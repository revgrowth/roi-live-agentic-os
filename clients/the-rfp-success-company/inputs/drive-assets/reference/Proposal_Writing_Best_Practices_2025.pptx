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9"/>
  </p:notesMasterIdLst>
  <p:sldIdLst>
    <p:sldId id="256" r:id="rId5"/>
    <p:sldId id="530" r:id="rId6"/>
    <p:sldId id="312" r:id="rId7"/>
    <p:sldId id="903" r:id="rId8"/>
    <p:sldId id="956" r:id="rId9"/>
    <p:sldId id="959" r:id="rId10"/>
    <p:sldId id="960" r:id="rId11"/>
    <p:sldId id="961" r:id="rId12"/>
    <p:sldId id="962" r:id="rId13"/>
    <p:sldId id="963" r:id="rId14"/>
    <p:sldId id="964" r:id="rId15"/>
    <p:sldId id="965" r:id="rId16"/>
    <p:sldId id="966" r:id="rId17"/>
    <p:sldId id="967" r:id="rId18"/>
    <p:sldId id="957" r:id="rId19"/>
    <p:sldId id="968" r:id="rId20"/>
    <p:sldId id="978" r:id="rId21"/>
    <p:sldId id="969" r:id="rId22"/>
    <p:sldId id="990" r:id="rId23"/>
    <p:sldId id="380" r:id="rId24"/>
    <p:sldId id="381" r:id="rId25"/>
    <p:sldId id="927" r:id="rId26"/>
    <p:sldId id="930" r:id="rId27"/>
    <p:sldId id="935" r:id="rId28"/>
    <p:sldId id="931" r:id="rId29"/>
    <p:sldId id="970" r:id="rId30"/>
    <p:sldId id="979" r:id="rId31"/>
    <p:sldId id="980" r:id="rId32"/>
    <p:sldId id="981" r:id="rId33"/>
    <p:sldId id="971" r:id="rId34"/>
    <p:sldId id="984" r:id="rId35"/>
    <p:sldId id="985" r:id="rId36"/>
    <p:sldId id="972" r:id="rId37"/>
    <p:sldId id="854" r:id="rId38"/>
    <p:sldId id="982" r:id="rId39"/>
    <p:sldId id="855" r:id="rId40"/>
    <p:sldId id="324" r:id="rId41"/>
    <p:sldId id="326" r:id="rId42"/>
    <p:sldId id="863" r:id="rId43"/>
    <p:sldId id="864" r:id="rId44"/>
    <p:sldId id="865" r:id="rId45"/>
    <p:sldId id="334" r:id="rId46"/>
    <p:sldId id="335" r:id="rId47"/>
    <p:sldId id="340" r:id="rId48"/>
    <p:sldId id="336" r:id="rId49"/>
    <p:sldId id="337" r:id="rId50"/>
    <p:sldId id="338" r:id="rId51"/>
    <p:sldId id="339" r:id="rId52"/>
    <p:sldId id="343" r:id="rId53"/>
    <p:sldId id="344" r:id="rId54"/>
    <p:sldId id="973" r:id="rId55"/>
    <p:sldId id="986" r:id="rId56"/>
    <p:sldId id="988" r:id="rId57"/>
    <p:sldId id="987" r:id="rId58"/>
    <p:sldId id="897" r:id="rId59"/>
    <p:sldId id="872" r:id="rId60"/>
    <p:sldId id="875" r:id="rId61"/>
    <p:sldId id="877" r:id="rId62"/>
    <p:sldId id="878" r:id="rId63"/>
    <p:sldId id="879" r:id="rId64"/>
    <p:sldId id="880" r:id="rId65"/>
    <p:sldId id="883" r:id="rId66"/>
    <p:sldId id="884" r:id="rId67"/>
    <p:sldId id="885" r:id="rId68"/>
    <p:sldId id="974" r:id="rId69"/>
    <p:sldId id="983" r:id="rId70"/>
    <p:sldId id="975" r:id="rId71"/>
    <p:sldId id="890" r:id="rId72"/>
    <p:sldId id="893" r:id="rId73"/>
    <p:sldId id="894" r:id="rId74"/>
    <p:sldId id="976" r:id="rId75"/>
    <p:sldId id="977" r:id="rId76"/>
    <p:sldId id="989" r:id="rId77"/>
    <p:sldId id="263" r:id="rId78"/>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0DE031-7C46-3C2E-DC3A-2C6BACFD288A}" name="Lacy Seeger" initials="LS" userId="a0f58e3b451f2dda" providerId="Windows Live"/>
  <p188:author id="{D4D2003F-F924-F271-6D6D-03ECE725D960}" name="Jada Hill" initials="JH" userId="S::jada@rfpsuccess.com::9edafe86-69ca-4a54-9386-fc7a2bd67153" providerId="AD"/>
  <p188:author id="{5EAC8A47-7990-2D4E-2B94-8D5505F35822}" name="Lisa Rehurek" initials="LR" userId="S::lisa@rfpsuccess.com::bb870bcc-c8b6-4410-9ff3-516d7c591ffe" providerId="AD"/>
  <p188:author id="{77D4755F-1CD7-C822-6075-9E5D2D75A258}" name="Ted Koval. PMP" initials="TK" userId="Ted Koval. PMP" providerId="None"/>
  <p188:author id="{E87254A2-0364-8394-4C31-8278F5A844AE}" name="Kevin Cleary" initials="KC" userId="S::kevin@rfpsuccess.com::8e849c7d-9e75-4cf9-be22-aed5b28c74be" providerId="AD"/>
  <p188:author id="{98088FA3-8BE9-2879-EBEB-AFD8E57B99C9}" name="Julie Schulze" initials="JS" userId="Julie Schulze"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F2D"/>
    <a:srgbClr val="0BB2AF"/>
    <a:srgbClr val="C0C0C0"/>
    <a:srgbClr val="FF440B"/>
    <a:srgbClr val="444444"/>
    <a:srgbClr val="7F7F7F"/>
    <a:srgbClr val="FFA589"/>
    <a:srgbClr val="FF794F"/>
    <a:srgbClr val="000000"/>
    <a:srgbClr val="D0FC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C6057D-38A0-4C91-B079-ED327B1D2198}" v="99" dt="2025-03-18T19:12:06.52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9520" autoAdjust="0"/>
  </p:normalViewPr>
  <p:slideViewPr>
    <p:cSldViewPr snapToGrid="0">
      <p:cViewPr varScale="1">
        <p:scale>
          <a:sx n="88" d="100"/>
          <a:sy n="88" d="100"/>
        </p:scale>
        <p:origin x="1434" y="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1" d="100"/>
          <a:sy n="91" d="100"/>
        </p:scale>
        <p:origin x="3600"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6/11/relationships/changesInfo" Target="changesInfos/changesInfo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viewProps" Target="viewProps.xml"/><Relationship Id="rId86"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a Rehurek | The RFP Success Company" userId="bb870bcc-c8b6-4410-9ff3-516d7c591ffe" providerId="ADAL" clId="{56C6057D-38A0-4C91-B079-ED327B1D2198}"/>
    <pc:docChg chg="undo custSel addSld delSld modSld sldOrd">
      <pc:chgData name="Lisa Rehurek | The RFP Success Company" userId="bb870bcc-c8b6-4410-9ff3-516d7c591ffe" providerId="ADAL" clId="{56C6057D-38A0-4C91-B079-ED327B1D2198}" dt="2025-03-18T19:18:32.208" v="4341"/>
      <pc:docMkLst>
        <pc:docMk/>
      </pc:docMkLst>
      <pc:sldChg chg="modSp mod">
        <pc:chgData name="Lisa Rehurek | The RFP Success Company" userId="bb870bcc-c8b6-4410-9ff3-516d7c591ffe" providerId="ADAL" clId="{56C6057D-38A0-4C91-B079-ED327B1D2198}" dt="2025-03-18T17:01:59.447" v="21" actId="20577"/>
        <pc:sldMkLst>
          <pc:docMk/>
          <pc:sldMk cId="703845937" sldId="256"/>
        </pc:sldMkLst>
        <pc:spChg chg="mod">
          <ac:chgData name="Lisa Rehurek | The RFP Success Company" userId="bb870bcc-c8b6-4410-9ff3-516d7c591ffe" providerId="ADAL" clId="{56C6057D-38A0-4C91-B079-ED327B1D2198}" dt="2025-03-18T17:01:59.447" v="21" actId="20577"/>
          <ac:spMkLst>
            <pc:docMk/>
            <pc:sldMk cId="703845937" sldId="256"/>
            <ac:spMk id="3" creationId="{93A77EBD-0A3C-FF06-B663-E1B83EC2A3EF}"/>
          </ac:spMkLst>
        </pc:spChg>
      </pc:sldChg>
      <pc:sldChg chg="delSp del mod">
        <pc:chgData name="Lisa Rehurek | The RFP Success Company" userId="bb870bcc-c8b6-4410-9ff3-516d7c591ffe" providerId="ADAL" clId="{56C6057D-38A0-4C91-B079-ED327B1D2198}" dt="2025-03-18T18:06:20.423" v="3041" actId="47"/>
        <pc:sldMkLst>
          <pc:docMk/>
          <pc:sldMk cId="2646891304" sldId="281"/>
        </pc:sldMkLst>
        <pc:spChg chg="del">
          <ac:chgData name="Lisa Rehurek | The RFP Success Company" userId="bb870bcc-c8b6-4410-9ff3-516d7c591ffe" providerId="ADAL" clId="{56C6057D-38A0-4C91-B079-ED327B1D2198}" dt="2025-03-18T18:06:19.008" v="3040" actId="21"/>
          <ac:spMkLst>
            <pc:docMk/>
            <pc:sldMk cId="2646891304" sldId="281"/>
            <ac:spMk id="3" creationId="{8821D2B6-BF7C-D246-322E-69C5D19BBE61}"/>
          </ac:spMkLst>
        </pc:spChg>
      </pc:sldChg>
      <pc:sldChg chg="del">
        <pc:chgData name="Lisa Rehurek | The RFP Success Company" userId="bb870bcc-c8b6-4410-9ff3-516d7c591ffe" providerId="ADAL" clId="{56C6057D-38A0-4C91-B079-ED327B1D2198}" dt="2025-03-18T17:02:14.468" v="24" actId="47"/>
        <pc:sldMkLst>
          <pc:docMk/>
          <pc:sldMk cId="602192759" sldId="289"/>
        </pc:sldMkLst>
      </pc:sldChg>
      <pc:sldChg chg="del">
        <pc:chgData name="Lisa Rehurek | The RFP Success Company" userId="bb870bcc-c8b6-4410-9ff3-516d7c591ffe" providerId="ADAL" clId="{56C6057D-38A0-4C91-B079-ED327B1D2198}" dt="2025-03-18T17:04:12.624" v="123" actId="47"/>
        <pc:sldMkLst>
          <pc:docMk/>
          <pc:sldMk cId="404208384" sldId="311"/>
        </pc:sldMkLst>
      </pc:sldChg>
      <pc:sldChg chg="modSp mod modNotesTx">
        <pc:chgData name="Lisa Rehurek | The RFP Success Company" userId="bb870bcc-c8b6-4410-9ff3-516d7c591ffe" providerId="ADAL" clId="{56C6057D-38A0-4C91-B079-ED327B1D2198}" dt="2025-03-18T19:09:08.114" v="4316" actId="6549"/>
        <pc:sldMkLst>
          <pc:docMk/>
          <pc:sldMk cId="505298512" sldId="312"/>
        </pc:sldMkLst>
        <pc:spChg chg="mod">
          <ac:chgData name="Lisa Rehurek | The RFP Success Company" userId="bb870bcc-c8b6-4410-9ff3-516d7c591ffe" providerId="ADAL" clId="{56C6057D-38A0-4C91-B079-ED327B1D2198}" dt="2025-03-18T17:38:45.133" v="2361" actId="20577"/>
          <ac:spMkLst>
            <pc:docMk/>
            <pc:sldMk cId="505298512" sldId="312"/>
            <ac:spMk id="2" creationId="{667D0399-C0F0-42E1-00BC-C88A0E755BE4}"/>
          </ac:spMkLst>
        </pc:spChg>
      </pc:sldChg>
      <pc:sldChg chg="del">
        <pc:chgData name="Lisa Rehurek | The RFP Success Company" userId="bb870bcc-c8b6-4410-9ff3-516d7c591ffe" providerId="ADAL" clId="{56C6057D-38A0-4C91-B079-ED327B1D2198}" dt="2025-03-18T18:00:27.823" v="2905" actId="47"/>
        <pc:sldMkLst>
          <pc:docMk/>
          <pc:sldMk cId="1987247468" sldId="317"/>
        </pc:sldMkLst>
      </pc:sldChg>
      <pc:sldChg chg="del">
        <pc:chgData name="Lisa Rehurek | The RFP Success Company" userId="bb870bcc-c8b6-4410-9ff3-516d7c591ffe" providerId="ADAL" clId="{56C6057D-38A0-4C91-B079-ED327B1D2198}" dt="2025-03-18T18:00:28.466" v="2906" actId="47"/>
        <pc:sldMkLst>
          <pc:docMk/>
          <pc:sldMk cId="2759915776" sldId="318"/>
        </pc:sldMkLst>
      </pc:sldChg>
      <pc:sldChg chg="del">
        <pc:chgData name="Lisa Rehurek | The RFP Success Company" userId="bb870bcc-c8b6-4410-9ff3-516d7c591ffe" providerId="ADAL" clId="{56C6057D-38A0-4C91-B079-ED327B1D2198}" dt="2025-03-18T18:00:33.045" v="2907" actId="47"/>
        <pc:sldMkLst>
          <pc:docMk/>
          <pc:sldMk cId="6867006" sldId="319"/>
        </pc:sldMkLst>
      </pc:sldChg>
      <pc:sldChg chg="del">
        <pc:chgData name="Lisa Rehurek | The RFP Success Company" userId="bb870bcc-c8b6-4410-9ff3-516d7c591ffe" providerId="ADAL" clId="{56C6057D-38A0-4C91-B079-ED327B1D2198}" dt="2025-03-18T18:00:33.437" v="2908" actId="47"/>
        <pc:sldMkLst>
          <pc:docMk/>
          <pc:sldMk cId="1576586846" sldId="320"/>
        </pc:sldMkLst>
      </pc:sldChg>
      <pc:sldChg chg="del">
        <pc:chgData name="Lisa Rehurek | The RFP Success Company" userId="bb870bcc-c8b6-4410-9ff3-516d7c591ffe" providerId="ADAL" clId="{56C6057D-38A0-4C91-B079-ED327B1D2198}" dt="2025-03-18T18:00:36.437" v="2909" actId="47"/>
        <pc:sldMkLst>
          <pc:docMk/>
          <pc:sldMk cId="2663632421" sldId="321"/>
        </pc:sldMkLst>
      </pc:sldChg>
      <pc:sldChg chg="del">
        <pc:chgData name="Lisa Rehurek | The RFP Success Company" userId="bb870bcc-c8b6-4410-9ff3-516d7c591ffe" providerId="ADAL" clId="{56C6057D-38A0-4C91-B079-ED327B1D2198}" dt="2025-03-18T18:00:37.508" v="2910" actId="47"/>
        <pc:sldMkLst>
          <pc:docMk/>
          <pc:sldMk cId="1815253855" sldId="322"/>
        </pc:sldMkLst>
      </pc:sldChg>
      <pc:sldChg chg="del">
        <pc:chgData name="Lisa Rehurek | The RFP Success Company" userId="bb870bcc-c8b6-4410-9ff3-516d7c591ffe" providerId="ADAL" clId="{56C6057D-38A0-4C91-B079-ED327B1D2198}" dt="2025-03-18T18:00:38.087" v="2911" actId="47"/>
        <pc:sldMkLst>
          <pc:docMk/>
          <pc:sldMk cId="2751630119" sldId="323"/>
        </pc:sldMkLst>
      </pc:sldChg>
      <pc:sldChg chg="add modNotesTx">
        <pc:chgData name="Lisa Rehurek | The RFP Success Company" userId="bb870bcc-c8b6-4410-9ff3-516d7c591ffe" providerId="ADAL" clId="{56C6057D-38A0-4C91-B079-ED327B1D2198}" dt="2025-03-18T18:44:54.124" v="3717" actId="20577"/>
        <pc:sldMkLst>
          <pc:docMk/>
          <pc:sldMk cId="106332736" sldId="324"/>
        </pc:sldMkLst>
      </pc:sldChg>
      <pc:sldChg chg="add del">
        <pc:chgData name="Lisa Rehurek | The RFP Success Company" userId="bb870bcc-c8b6-4410-9ff3-516d7c591ffe" providerId="ADAL" clId="{56C6057D-38A0-4C91-B079-ED327B1D2198}" dt="2025-03-18T18:00:47.265" v="2914" actId="2696"/>
        <pc:sldMkLst>
          <pc:docMk/>
          <pc:sldMk cId="3605184002" sldId="324"/>
        </pc:sldMkLst>
      </pc:sldChg>
      <pc:sldChg chg="add">
        <pc:chgData name="Lisa Rehurek | The RFP Success Company" userId="bb870bcc-c8b6-4410-9ff3-516d7c591ffe" providerId="ADAL" clId="{56C6057D-38A0-4C91-B079-ED327B1D2198}" dt="2025-03-18T18:00:56.847" v="2915"/>
        <pc:sldMkLst>
          <pc:docMk/>
          <pc:sldMk cId="539137387" sldId="326"/>
        </pc:sldMkLst>
      </pc:sldChg>
      <pc:sldChg chg="del">
        <pc:chgData name="Lisa Rehurek | The RFP Success Company" userId="bb870bcc-c8b6-4410-9ff3-516d7c591ffe" providerId="ADAL" clId="{56C6057D-38A0-4C91-B079-ED327B1D2198}" dt="2025-03-18T18:00:47.265" v="2914" actId="2696"/>
        <pc:sldMkLst>
          <pc:docMk/>
          <pc:sldMk cId="974836019" sldId="326"/>
        </pc:sldMkLst>
      </pc:sldChg>
      <pc:sldChg chg="del">
        <pc:chgData name="Lisa Rehurek | The RFP Success Company" userId="bb870bcc-c8b6-4410-9ff3-516d7c591ffe" providerId="ADAL" clId="{56C6057D-38A0-4C91-B079-ED327B1D2198}" dt="2025-03-18T18:01:25.550" v="2917" actId="47"/>
        <pc:sldMkLst>
          <pc:docMk/>
          <pc:sldMk cId="9537792" sldId="327"/>
        </pc:sldMkLst>
      </pc:sldChg>
      <pc:sldChg chg="del">
        <pc:chgData name="Lisa Rehurek | The RFP Success Company" userId="bb870bcc-c8b6-4410-9ff3-516d7c591ffe" providerId="ADAL" clId="{56C6057D-38A0-4C91-B079-ED327B1D2198}" dt="2025-03-18T18:01:25.550" v="2917" actId="47"/>
        <pc:sldMkLst>
          <pc:docMk/>
          <pc:sldMk cId="2236741631" sldId="331"/>
        </pc:sldMkLst>
      </pc:sldChg>
      <pc:sldChg chg="del">
        <pc:chgData name="Lisa Rehurek | The RFP Success Company" userId="bb870bcc-c8b6-4410-9ff3-516d7c591ffe" providerId="ADAL" clId="{56C6057D-38A0-4C91-B079-ED327B1D2198}" dt="2025-03-18T18:01:25.550" v="2917" actId="47"/>
        <pc:sldMkLst>
          <pc:docMk/>
          <pc:sldMk cId="2312986759" sldId="332"/>
        </pc:sldMkLst>
      </pc:sldChg>
      <pc:sldChg chg="del">
        <pc:chgData name="Lisa Rehurek | The RFP Success Company" userId="bb870bcc-c8b6-4410-9ff3-516d7c591ffe" providerId="ADAL" clId="{56C6057D-38A0-4C91-B079-ED327B1D2198}" dt="2025-03-18T18:01:25.550" v="2917" actId="47"/>
        <pc:sldMkLst>
          <pc:docMk/>
          <pc:sldMk cId="3871615164" sldId="333"/>
        </pc:sldMkLst>
      </pc:sldChg>
      <pc:sldChg chg="add">
        <pc:chgData name="Lisa Rehurek | The RFP Success Company" userId="bb870bcc-c8b6-4410-9ff3-516d7c591ffe" providerId="ADAL" clId="{56C6057D-38A0-4C91-B079-ED327B1D2198}" dt="2025-03-18T18:01:46.052" v="2919"/>
        <pc:sldMkLst>
          <pc:docMk/>
          <pc:sldMk cId="4119705071" sldId="334"/>
        </pc:sldMkLst>
      </pc:sldChg>
      <pc:sldChg chg="del">
        <pc:chgData name="Lisa Rehurek | The RFP Success Company" userId="bb870bcc-c8b6-4410-9ff3-516d7c591ffe" providerId="ADAL" clId="{56C6057D-38A0-4C91-B079-ED327B1D2198}" dt="2025-03-18T18:01:39.862" v="2918" actId="2696"/>
        <pc:sldMkLst>
          <pc:docMk/>
          <pc:sldMk cId="4198188258" sldId="334"/>
        </pc:sldMkLst>
      </pc:sldChg>
      <pc:sldChg chg="add">
        <pc:chgData name="Lisa Rehurek | The RFP Success Company" userId="bb870bcc-c8b6-4410-9ff3-516d7c591ffe" providerId="ADAL" clId="{56C6057D-38A0-4C91-B079-ED327B1D2198}" dt="2025-03-18T18:01:46.052" v="2919"/>
        <pc:sldMkLst>
          <pc:docMk/>
          <pc:sldMk cId="950118378" sldId="335"/>
        </pc:sldMkLst>
      </pc:sldChg>
      <pc:sldChg chg="del">
        <pc:chgData name="Lisa Rehurek | The RFP Success Company" userId="bb870bcc-c8b6-4410-9ff3-516d7c591ffe" providerId="ADAL" clId="{56C6057D-38A0-4C91-B079-ED327B1D2198}" dt="2025-03-18T18:01:39.862" v="2918" actId="2696"/>
        <pc:sldMkLst>
          <pc:docMk/>
          <pc:sldMk cId="1372263282" sldId="335"/>
        </pc:sldMkLst>
      </pc:sldChg>
      <pc:sldChg chg="del">
        <pc:chgData name="Lisa Rehurek | The RFP Success Company" userId="bb870bcc-c8b6-4410-9ff3-516d7c591ffe" providerId="ADAL" clId="{56C6057D-38A0-4C91-B079-ED327B1D2198}" dt="2025-03-18T18:01:39.862" v="2918" actId="2696"/>
        <pc:sldMkLst>
          <pc:docMk/>
          <pc:sldMk cId="497552819" sldId="336"/>
        </pc:sldMkLst>
      </pc:sldChg>
      <pc:sldChg chg="addSp delSp modSp add mod modNotesTx">
        <pc:chgData name="Lisa Rehurek | The RFP Success Company" userId="bb870bcc-c8b6-4410-9ff3-516d7c591ffe" providerId="ADAL" clId="{56C6057D-38A0-4C91-B079-ED327B1D2198}" dt="2025-03-18T18:49:48.345" v="3788" actId="20577"/>
        <pc:sldMkLst>
          <pc:docMk/>
          <pc:sldMk cId="3991449625" sldId="336"/>
        </pc:sldMkLst>
        <pc:spChg chg="del">
          <ac:chgData name="Lisa Rehurek | The RFP Success Company" userId="bb870bcc-c8b6-4410-9ff3-516d7c591ffe" providerId="ADAL" clId="{56C6057D-38A0-4C91-B079-ED327B1D2198}" dt="2025-03-18T18:02:53.178" v="2987" actId="478"/>
          <ac:spMkLst>
            <pc:docMk/>
            <pc:sldMk cId="3991449625" sldId="336"/>
            <ac:spMk id="2" creationId="{597EEE12-1671-1395-8E58-CCED06F43121}"/>
          </ac:spMkLst>
        </pc:spChg>
        <pc:spChg chg="add mod">
          <ac:chgData name="Lisa Rehurek | The RFP Success Company" userId="bb870bcc-c8b6-4410-9ff3-516d7c591ffe" providerId="ADAL" clId="{56C6057D-38A0-4C91-B079-ED327B1D2198}" dt="2025-03-18T18:02:53.960" v="2988"/>
          <ac:spMkLst>
            <pc:docMk/>
            <pc:sldMk cId="3991449625" sldId="336"/>
            <ac:spMk id="3" creationId="{54D8697C-D453-1686-0FA8-01F66C4540B4}"/>
          </ac:spMkLst>
        </pc:spChg>
      </pc:sldChg>
      <pc:sldChg chg="addSp delSp modSp add mod modNotesTx">
        <pc:chgData name="Lisa Rehurek | The RFP Success Company" userId="bb870bcc-c8b6-4410-9ff3-516d7c591ffe" providerId="ADAL" clId="{56C6057D-38A0-4C91-B079-ED327B1D2198}" dt="2025-03-18T18:45:53.712" v="3727" actId="20577"/>
        <pc:sldMkLst>
          <pc:docMk/>
          <pc:sldMk cId="107291239" sldId="337"/>
        </pc:sldMkLst>
        <pc:spChg chg="del">
          <ac:chgData name="Lisa Rehurek | The RFP Success Company" userId="bb870bcc-c8b6-4410-9ff3-516d7c591ffe" providerId="ADAL" clId="{56C6057D-38A0-4C91-B079-ED327B1D2198}" dt="2025-03-18T18:02:58.258" v="2989" actId="478"/>
          <ac:spMkLst>
            <pc:docMk/>
            <pc:sldMk cId="107291239" sldId="337"/>
            <ac:spMk id="3" creationId="{7A1E22D7-AD7D-AFA2-1ED5-4B395A23A9BB}"/>
          </ac:spMkLst>
        </pc:spChg>
        <pc:spChg chg="add mod">
          <ac:chgData name="Lisa Rehurek | The RFP Success Company" userId="bb870bcc-c8b6-4410-9ff3-516d7c591ffe" providerId="ADAL" clId="{56C6057D-38A0-4C91-B079-ED327B1D2198}" dt="2025-03-18T18:02:59.171" v="2990"/>
          <ac:spMkLst>
            <pc:docMk/>
            <pc:sldMk cId="107291239" sldId="337"/>
            <ac:spMk id="4" creationId="{609310A4-E27E-3E67-1F68-AEEF791E54C9}"/>
          </ac:spMkLst>
        </pc:spChg>
      </pc:sldChg>
      <pc:sldChg chg="del">
        <pc:chgData name="Lisa Rehurek | The RFP Success Company" userId="bb870bcc-c8b6-4410-9ff3-516d7c591ffe" providerId="ADAL" clId="{56C6057D-38A0-4C91-B079-ED327B1D2198}" dt="2025-03-18T18:01:39.862" v="2918" actId="2696"/>
        <pc:sldMkLst>
          <pc:docMk/>
          <pc:sldMk cId="3908719667" sldId="337"/>
        </pc:sldMkLst>
      </pc:sldChg>
      <pc:sldChg chg="add">
        <pc:chgData name="Lisa Rehurek | The RFP Success Company" userId="bb870bcc-c8b6-4410-9ff3-516d7c591ffe" providerId="ADAL" clId="{56C6057D-38A0-4C91-B079-ED327B1D2198}" dt="2025-03-18T18:01:46.052" v="2919"/>
        <pc:sldMkLst>
          <pc:docMk/>
          <pc:sldMk cId="1203537907" sldId="338"/>
        </pc:sldMkLst>
      </pc:sldChg>
      <pc:sldChg chg="del">
        <pc:chgData name="Lisa Rehurek | The RFP Success Company" userId="bb870bcc-c8b6-4410-9ff3-516d7c591ffe" providerId="ADAL" clId="{56C6057D-38A0-4C91-B079-ED327B1D2198}" dt="2025-03-18T18:01:39.862" v="2918" actId="2696"/>
        <pc:sldMkLst>
          <pc:docMk/>
          <pc:sldMk cId="3347301483" sldId="338"/>
        </pc:sldMkLst>
      </pc:sldChg>
      <pc:sldChg chg="del">
        <pc:chgData name="Lisa Rehurek | The RFP Success Company" userId="bb870bcc-c8b6-4410-9ff3-516d7c591ffe" providerId="ADAL" clId="{56C6057D-38A0-4C91-B079-ED327B1D2198}" dt="2025-03-18T18:01:39.862" v="2918" actId="2696"/>
        <pc:sldMkLst>
          <pc:docMk/>
          <pc:sldMk cId="1653341426" sldId="339"/>
        </pc:sldMkLst>
      </pc:sldChg>
      <pc:sldChg chg="add">
        <pc:chgData name="Lisa Rehurek | The RFP Success Company" userId="bb870bcc-c8b6-4410-9ff3-516d7c591ffe" providerId="ADAL" clId="{56C6057D-38A0-4C91-B079-ED327B1D2198}" dt="2025-03-18T18:01:46.052" v="2919"/>
        <pc:sldMkLst>
          <pc:docMk/>
          <pc:sldMk cId="2912665368" sldId="339"/>
        </pc:sldMkLst>
      </pc:sldChg>
      <pc:sldChg chg="del">
        <pc:chgData name="Lisa Rehurek | The RFP Success Company" userId="bb870bcc-c8b6-4410-9ff3-516d7c591ffe" providerId="ADAL" clId="{56C6057D-38A0-4C91-B079-ED327B1D2198}" dt="2025-03-18T18:01:39.862" v="2918" actId="2696"/>
        <pc:sldMkLst>
          <pc:docMk/>
          <pc:sldMk cId="645723548" sldId="340"/>
        </pc:sldMkLst>
      </pc:sldChg>
      <pc:sldChg chg="addSp delSp modSp add mod">
        <pc:chgData name="Lisa Rehurek | The RFP Success Company" userId="bb870bcc-c8b6-4410-9ff3-516d7c591ffe" providerId="ADAL" clId="{56C6057D-38A0-4C91-B079-ED327B1D2198}" dt="2025-03-18T18:02:44.441" v="2986" actId="20577"/>
        <pc:sldMkLst>
          <pc:docMk/>
          <pc:sldMk cId="3165689174" sldId="340"/>
        </pc:sldMkLst>
        <pc:spChg chg="add mod">
          <ac:chgData name="Lisa Rehurek | The RFP Success Company" userId="bb870bcc-c8b6-4410-9ff3-516d7c591ffe" providerId="ADAL" clId="{56C6057D-38A0-4C91-B079-ED327B1D2198}" dt="2025-03-18T18:02:44.441" v="2986" actId="20577"/>
          <ac:spMkLst>
            <pc:docMk/>
            <pc:sldMk cId="3165689174" sldId="340"/>
            <ac:spMk id="2" creationId="{A1FA99DD-3F5D-B5AF-91A8-1B1CF62CEB01}"/>
          </ac:spMkLst>
        </pc:spChg>
        <pc:spChg chg="del">
          <ac:chgData name="Lisa Rehurek | The RFP Success Company" userId="bb870bcc-c8b6-4410-9ff3-516d7c591ffe" providerId="ADAL" clId="{56C6057D-38A0-4C91-B079-ED327B1D2198}" dt="2025-03-18T18:02:16.636" v="2962" actId="478"/>
          <ac:spMkLst>
            <pc:docMk/>
            <pc:sldMk cId="3165689174" sldId="340"/>
            <ac:spMk id="11" creationId="{7710C1E7-53F1-8D4D-B6E5-E28AA2C92931}"/>
          </ac:spMkLst>
        </pc:spChg>
      </pc:sldChg>
      <pc:sldChg chg="del">
        <pc:chgData name="Lisa Rehurek | The RFP Success Company" userId="bb870bcc-c8b6-4410-9ff3-516d7c591ffe" providerId="ADAL" clId="{56C6057D-38A0-4C91-B079-ED327B1D2198}" dt="2025-03-18T18:04:01.040" v="2998" actId="47"/>
        <pc:sldMkLst>
          <pc:docMk/>
          <pc:sldMk cId="3876808149" sldId="341"/>
        </pc:sldMkLst>
      </pc:sldChg>
      <pc:sldChg chg="del">
        <pc:chgData name="Lisa Rehurek | The RFP Success Company" userId="bb870bcc-c8b6-4410-9ff3-516d7c591ffe" providerId="ADAL" clId="{56C6057D-38A0-4C91-B079-ED327B1D2198}" dt="2025-03-18T18:04:01.797" v="2999" actId="47"/>
        <pc:sldMkLst>
          <pc:docMk/>
          <pc:sldMk cId="3373326769" sldId="342"/>
        </pc:sldMkLst>
      </pc:sldChg>
      <pc:sldChg chg="addSp delSp modSp add mod">
        <pc:chgData name="Lisa Rehurek | The RFP Success Company" userId="bb870bcc-c8b6-4410-9ff3-516d7c591ffe" providerId="ADAL" clId="{56C6057D-38A0-4C91-B079-ED327B1D2198}" dt="2025-03-18T18:05:13.321" v="3030" actId="20577"/>
        <pc:sldMkLst>
          <pc:docMk/>
          <pc:sldMk cId="359993634" sldId="343"/>
        </pc:sldMkLst>
        <pc:spChg chg="add mod">
          <ac:chgData name="Lisa Rehurek | The RFP Success Company" userId="bb870bcc-c8b6-4410-9ff3-516d7c591ffe" providerId="ADAL" clId="{56C6057D-38A0-4C91-B079-ED327B1D2198}" dt="2025-03-18T18:05:13.321" v="3030" actId="20577"/>
          <ac:spMkLst>
            <pc:docMk/>
            <pc:sldMk cId="359993634" sldId="343"/>
            <ac:spMk id="2" creationId="{CE7D40D7-1750-E78D-67D9-13338C1D59E2}"/>
          </ac:spMkLst>
        </pc:spChg>
        <pc:spChg chg="del">
          <ac:chgData name="Lisa Rehurek | The RFP Success Company" userId="bb870bcc-c8b6-4410-9ff3-516d7c591ffe" providerId="ADAL" clId="{56C6057D-38A0-4C91-B079-ED327B1D2198}" dt="2025-03-18T18:04:51.075" v="3004" actId="478"/>
          <ac:spMkLst>
            <pc:docMk/>
            <pc:sldMk cId="359993634" sldId="343"/>
            <ac:spMk id="11" creationId="{7710C1E7-53F1-8D4D-B6E5-E28AA2C92931}"/>
          </ac:spMkLst>
        </pc:spChg>
      </pc:sldChg>
      <pc:sldChg chg="add del">
        <pc:chgData name="Lisa Rehurek | The RFP Success Company" userId="bb870bcc-c8b6-4410-9ff3-516d7c591ffe" providerId="ADAL" clId="{56C6057D-38A0-4C91-B079-ED327B1D2198}" dt="2025-03-18T18:04:17.028" v="3002" actId="2696"/>
        <pc:sldMkLst>
          <pc:docMk/>
          <pc:sldMk cId="3781744408" sldId="343"/>
        </pc:sldMkLst>
      </pc:sldChg>
      <pc:sldChg chg="addSp delSp modSp add mod">
        <pc:chgData name="Lisa Rehurek | The RFP Success Company" userId="bb870bcc-c8b6-4410-9ff3-516d7c591ffe" providerId="ADAL" clId="{56C6057D-38A0-4C91-B079-ED327B1D2198}" dt="2025-03-18T18:05:19.808" v="3031"/>
        <pc:sldMkLst>
          <pc:docMk/>
          <pc:sldMk cId="2451343084" sldId="344"/>
        </pc:sldMkLst>
        <pc:spChg chg="add mod">
          <ac:chgData name="Lisa Rehurek | The RFP Success Company" userId="bb870bcc-c8b6-4410-9ff3-516d7c591ffe" providerId="ADAL" clId="{56C6057D-38A0-4C91-B079-ED327B1D2198}" dt="2025-03-18T18:05:19.808" v="3031"/>
          <ac:spMkLst>
            <pc:docMk/>
            <pc:sldMk cId="2451343084" sldId="344"/>
            <ac:spMk id="2" creationId="{3BCBC28D-E08F-BE1D-18A2-2F0A6108EF5E}"/>
          </ac:spMkLst>
        </pc:spChg>
        <pc:spChg chg="del">
          <ac:chgData name="Lisa Rehurek | The RFP Success Company" userId="bb870bcc-c8b6-4410-9ff3-516d7c591ffe" providerId="ADAL" clId="{56C6057D-38A0-4C91-B079-ED327B1D2198}" dt="2025-03-18T18:04:54.705" v="3006" actId="478"/>
          <ac:spMkLst>
            <pc:docMk/>
            <pc:sldMk cId="2451343084" sldId="344"/>
            <ac:spMk id="11" creationId="{7710C1E7-53F1-8D4D-B6E5-E28AA2C92931}"/>
          </ac:spMkLst>
        </pc:spChg>
      </pc:sldChg>
      <pc:sldChg chg="del">
        <pc:chgData name="Lisa Rehurek | The RFP Success Company" userId="bb870bcc-c8b6-4410-9ff3-516d7c591ffe" providerId="ADAL" clId="{56C6057D-38A0-4C91-B079-ED327B1D2198}" dt="2025-03-18T18:04:17.028" v="3002" actId="2696"/>
        <pc:sldMkLst>
          <pc:docMk/>
          <pc:sldMk cId="2831670782" sldId="344"/>
        </pc:sldMkLst>
      </pc:sldChg>
      <pc:sldChg chg="del">
        <pc:chgData name="Lisa Rehurek | The RFP Success Company" userId="bb870bcc-c8b6-4410-9ff3-516d7c591ffe" providerId="ADAL" clId="{56C6057D-38A0-4C91-B079-ED327B1D2198}" dt="2025-03-18T18:05:30.914" v="3032" actId="47"/>
        <pc:sldMkLst>
          <pc:docMk/>
          <pc:sldMk cId="3177753691" sldId="345"/>
        </pc:sldMkLst>
      </pc:sldChg>
      <pc:sldChg chg="del">
        <pc:chgData name="Lisa Rehurek | The RFP Success Company" userId="bb870bcc-c8b6-4410-9ff3-516d7c591ffe" providerId="ADAL" clId="{56C6057D-38A0-4C91-B079-ED327B1D2198}" dt="2025-03-18T18:05:31.931" v="3033" actId="47"/>
        <pc:sldMkLst>
          <pc:docMk/>
          <pc:sldMk cId="2557057323" sldId="346"/>
        </pc:sldMkLst>
      </pc:sldChg>
      <pc:sldChg chg="del">
        <pc:chgData name="Lisa Rehurek | The RFP Success Company" userId="bb870bcc-c8b6-4410-9ff3-516d7c591ffe" providerId="ADAL" clId="{56C6057D-38A0-4C91-B079-ED327B1D2198}" dt="2025-03-18T18:05:46.637" v="3036" actId="47"/>
        <pc:sldMkLst>
          <pc:docMk/>
          <pc:sldMk cId="2539259345" sldId="348"/>
        </pc:sldMkLst>
      </pc:sldChg>
      <pc:sldChg chg="del">
        <pc:chgData name="Lisa Rehurek | The RFP Success Company" userId="bb870bcc-c8b6-4410-9ff3-516d7c591ffe" providerId="ADAL" clId="{56C6057D-38A0-4C91-B079-ED327B1D2198}" dt="2025-03-18T18:05:46.637" v="3036" actId="47"/>
        <pc:sldMkLst>
          <pc:docMk/>
          <pc:sldMk cId="3906492131" sldId="351"/>
        </pc:sldMkLst>
      </pc:sldChg>
      <pc:sldChg chg="del">
        <pc:chgData name="Lisa Rehurek | The RFP Success Company" userId="bb870bcc-c8b6-4410-9ff3-516d7c591ffe" providerId="ADAL" clId="{56C6057D-38A0-4C91-B079-ED327B1D2198}" dt="2025-03-18T18:05:56.299" v="3037" actId="47"/>
        <pc:sldMkLst>
          <pc:docMk/>
          <pc:sldMk cId="685690037" sldId="355"/>
        </pc:sldMkLst>
      </pc:sldChg>
      <pc:sldChg chg="del">
        <pc:chgData name="Lisa Rehurek | The RFP Success Company" userId="bb870bcc-c8b6-4410-9ff3-516d7c591ffe" providerId="ADAL" clId="{56C6057D-38A0-4C91-B079-ED327B1D2198}" dt="2025-03-18T18:05:56.299" v="3037" actId="47"/>
        <pc:sldMkLst>
          <pc:docMk/>
          <pc:sldMk cId="1749720183" sldId="357"/>
        </pc:sldMkLst>
      </pc:sldChg>
      <pc:sldChg chg="del">
        <pc:chgData name="Lisa Rehurek | The RFP Success Company" userId="bb870bcc-c8b6-4410-9ff3-516d7c591ffe" providerId="ADAL" clId="{56C6057D-38A0-4C91-B079-ED327B1D2198}" dt="2025-03-18T18:05:59.102" v="3038" actId="47"/>
        <pc:sldMkLst>
          <pc:docMk/>
          <pc:sldMk cId="778907120" sldId="358"/>
        </pc:sldMkLst>
      </pc:sldChg>
      <pc:sldChg chg="del">
        <pc:chgData name="Lisa Rehurek | The RFP Success Company" userId="bb870bcc-c8b6-4410-9ff3-516d7c591ffe" providerId="ADAL" clId="{56C6057D-38A0-4C91-B079-ED327B1D2198}" dt="2025-03-18T18:05:56.299" v="3037" actId="47"/>
        <pc:sldMkLst>
          <pc:docMk/>
          <pc:sldMk cId="2753100923" sldId="359"/>
        </pc:sldMkLst>
      </pc:sldChg>
      <pc:sldChg chg="del">
        <pc:chgData name="Lisa Rehurek | The RFP Success Company" userId="bb870bcc-c8b6-4410-9ff3-516d7c591ffe" providerId="ADAL" clId="{56C6057D-38A0-4C91-B079-ED327B1D2198}" dt="2025-03-18T18:05:56.299" v="3037" actId="47"/>
        <pc:sldMkLst>
          <pc:docMk/>
          <pc:sldMk cId="2589046029" sldId="360"/>
        </pc:sldMkLst>
      </pc:sldChg>
      <pc:sldChg chg="del">
        <pc:chgData name="Lisa Rehurek | The RFP Success Company" userId="bb870bcc-c8b6-4410-9ff3-516d7c591ffe" providerId="ADAL" clId="{56C6057D-38A0-4C91-B079-ED327B1D2198}" dt="2025-03-18T18:05:59.102" v="3038" actId="47"/>
        <pc:sldMkLst>
          <pc:docMk/>
          <pc:sldMk cId="3706189673" sldId="361"/>
        </pc:sldMkLst>
      </pc:sldChg>
      <pc:sldChg chg="del">
        <pc:chgData name="Lisa Rehurek | The RFP Success Company" userId="bb870bcc-c8b6-4410-9ff3-516d7c591ffe" providerId="ADAL" clId="{56C6057D-38A0-4C91-B079-ED327B1D2198}" dt="2025-03-18T18:05:59.102" v="3038" actId="47"/>
        <pc:sldMkLst>
          <pc:docMk/>
          <pc:sldMk cId="1347183680" sldId="362"/>
        </pc:sldMkLst>
      </pc:sldChg>
      <pc:sldChg chg="del">
        <pc:chgData name="Lisa Rehurek | The RFP Success Company" userId="bb870bcc-c8b6-4410-9ff3-516d7c591ffe" providerId="ADAL" clId="{56C6057D-38A0-4C91-B079-ED327B1D2198}" dt="2025-03-18T18:06:10.611" v="3039" actId="47"/>
        <pc:sldMkLst>
          <pc:docMk/>
          <pc:sldMk cId="638418951" sldId="363"/>
        </pc:sldMkLst>
      </pc:sldChg>
      <pc:sldChg chg="del">
        <pc:chgData name="Lisa Rehurek | The RFP Success Company" userId="bb870bcc-c8b6-4410-9ff3-516d7c591ffe" providerId="ADAL" clId="{56C6057D-38A0-4C91-B079-ED327B1D2198}" dt="2025-03-18T18:06:10.611" v="3039" actId="47"/>
        <pc:sldMkLst>
          <pc:docMk/>
          <pc:sldMk cId="3510176205" sldId="364"/>
        </pc:sldMkLst>
      </pc:sldChg>
      <pc:sldChg chg="del">
        <pc:chgData name="Lisa Rehurek | The RFP Success Company" userId="bb870bcc-c8b6-4410-9ff3-516d7c591ffe" providerId="ADAL" clId="{56C6057D-38A0-4C91-B079-ED327B1D2198}" dt="2025-03-18T18:06:10.611" v="3039" actId="47"/>
        <pc:sldMkLst>
          <pc:docMk/>
          <pc:sldMk cId="3218468257" sldId="365"/>
        </pc:sldMkLst>
      </pc:sldChg>
      <pc:sldChg chg="del">
        <pc:chgData name="Lisa Rehurek | The RFP Success Company" userId="bb870bcc-c8b6-4410-9ff3-516d7c591ffe" providerId="ADAL" clId="{56C6057D-38A0-4C91-B079-ED327B1D2198}" dt="2025-03-18T18:06:10.611" v="3039" actId="47"/>
        <pc:sldMkLst>
          <pc:docMk/>
          <pc:sldMk cId="1489425983" sldId="366"/>
        </pc:sldMkLst>
      </pc:sldChg>
      <pc:sldChg chg="del">
        <pc:chgData name="Lisa Rehurek | The RFP Success Company" userId="bb870bcc-c8b6-4410-9ff3-516d7c591ffe" providerId="ADAL" clId="{56C6057D-38A0-4C91-B079-ED327B1D2198}" dt="2025-03-18T18:06:10.611" v="3039" actId="47"/>
        <pc:sldMkLst>
          <pc:docMk/>
          <pc:sldMk cId="4166986221" sldId="368"/>
        </pc:sldMkLst>
      </pc:sldChg>
      <pc:sldChg chg="del">
        <pc:chgData name="Lisa Rehurek | The RFP Success Company" userId="bb870bcc-c8b6-4410-9ff3-516d7c591ffe" providerId="ADAL" clId="{56C6057D-38A0-4C91-B079-ED327B1D2198}" dt="2025-03-18T18:06:10.611" v="3039" actId="47"/>
        <pc:sldMkLst>
          <pc:docMk/>
          <pc:sldMk cId="197142077" sldId="369"/>
        </pc:sldMkLst>
      </pc:sldChg>
      <pc:sldChg chg="del">
        <pc:chgData name="Lisa Rehurek | The RFP Success Company" userId="bb870bcc-c8b6-4410-9ff3-516d7c591ffe" providerId="ADAL" clId="{56C6057D-38A0-4C91-B079-ED327B1D2198}" dt="2025-03-18T18:06:10.611" v="3039" actId="47"/>
        <pc:sldMkLst>
          <pc:docMk/>
          <pc:sldMk cId="2493574262" sldId="370"/>
        </pc:sldMkLst>
      </pc:sldChg>
      <pc:sldChg chg="del">
        <pc:chgData name="Lisa Rehurek | The RFP Success Company" userId="bb870bcc-c8b6-4410-9ff3-516d7c591ffe" providerId="ADAL" clId="{56C6057D-38A0-4C91-B079-ED327B1D2198}" dt="2025-03-18T18:06:10.611" v="3039" actId="47"/>
        <pc:sldMkLst>
          <pc:docMk/>
          <pc:sldMk cId="623678990" sldId="371"/>
        </pc:sldMkLst>
      </pc:sldChg>
      <pc:sldChg chg="del">
        <pc:chgData name="Lisa Rehurek | The RFP Success Company" userId="bb870bcc-c8b6-4410-9ff3-516d7c591ffe" providerId="ADAL" clId="{56C6057D-38A0-4C91-B079-ED327B1D2198}" dt="2025-03-18T18:06:10.611" v="3039" actId="47"/>
        <pc:sldMkLst>
          <pc:docMk/>
          <pc:sldMk cId="2324365073" sldId="372"/>
        </pc:sldMkLst>
      </pc:sldChg>
      <pc:sldChg chg="del">
        <pc:chgData name="Lisa Rehurek | The RFP Success Company" userId="bb870bcc-c8b6-4410-9ff3-516d7c591ffe" providerId="ADAL" clId="{56C6057D-38A0-4C91-B079-ED327B1D2198}" dt="2025-03-18T18:06:10.611" v="3039" actId="47"/>
        <pc:sldMkLst>
          <pc:docMk/>
          <pc:sldMk cId="4055918456" sldId="373"/>
        </pc:sldMkLst>
      </pc:sldChg>
      <pc:sldChg chg="del">
        <pc:chgData name="Lisa Rehurek | The RFP Success Company" userId="bb870bcc-c8b6-4410-9ff3-516d7c591ffe" providerId="ADAL" clId="{56C6057D-38A0-4C91-B079-ED327B1D2198}" dt="2025-03-18T18:06:10.611" v="3039" actId="47"/>
        <pc:sldMkLst>
          <pc:docMk/>
          <pc:sldMk cId="2473140521" sldId="374"/>
        </pc:sldMkLst>
      </pc:sldChg>
      <pc:sldChg chg="del">
        <pc:chgData name="Lisa Rehurek | The RFP Success Company" userId="bb870bcc-c8b6-4410-9ff3-516d7c591ffe" providerId="ADAL" clId="{56C6057D-38A0-4C91-B079-ED327B1D2198}" dt="2025-03-18T18:06:10.611" v="3039" actId="47"/>
        <pc:sldMkLst>
          <pc:docMk/>
          <pc:sldMk cId="246496095" sldId="376"/>
        </pc:sldMkLst>
      </pc:sldChg>
      <pc:sldChg chg="add">
        <pc:chgData name="Lisa Rehurek | The RFP Success Company" userId="bb870bcc-c8b6-4410-9ff3-516d7c591ffe" providerId="ADAL" clId="{56C6057D-38A0-4C91-B079-ED327B1D2198}" dt="2025-03-18T19:12:06.523" v="4330"/>
        <pc:sldMkLst>
          <pc:docMk/>
          <pc:sldMk cId="3817197289" sldId="380"/>
        </pc:sldMkLst>
      </pc:sldChg>
      <pc:sldChg chg="add">
        <pc:chgData name="Lisa Rehurek | The RFP Success Company" userId="bb870bcc-c8b6-4410-9ff3-516d7c591ffe" providerId="ADAL" clId="{56C6057D-38A0-4C91-B079-ED327B1D2198}" dt="2025-03-18T19:12:06.523" v="4330"/>
        <pc:sldMkLst>
          <pc:docMk/>
          <pc:sldMk cId="687569387" sldId="381"/>
        </pc:sldMkLst>
      </pc:sldChg>
      <pc:sldChg chg="addSp modSp add del mod">
        <pc:chgData name="Lisa Rehurek | The RFP Success Company" userId="bb870bcc-c8b6-4410-9ff3-516d7c591ffe" providerId="ADAL" clId="{56C6057D-38A0-4C91-B079-ED327B1D2198}" dt="2025-03-18T18:35:04.848" v="3044" actId="2696"/>
        <pc:sldMkLst>
          <pc:docMk/>
          <pc:sldMk cId="1322006971" sldId="530"/>
        </pc:sldMkLst>
        <pc:spChg chg="add mod">
          <ac:chgData name="Lisa Rehurek | The RFP Success Company" userId="bb870bcc-c8b6-4410-9ff3-516d7c591ffe" providerId="ADAL" clId="{56C6057D-38A0-4C91-B079-ED327B1D2198}" dt="2025-03-18T18:06:26.554" v="3043" actId="1076"/>
          <ac:spMkLst>
            <pc:docMk/>
            <pc:sldMk cId="1322006971" sldId="530"/>
            <ac:spMk id="8" creationId="{8821D2B6-BF7C-D246-322E-69C5D19BBE61}"/>
          </ac:spMkLst>
        </pc:spChg>
      </pc:sldChg>
      <pc:sldChg chg="delSp modSp add mod ord">
        <pc:chgData name="Lisa Rehurek | The RFP Success Company" userId="bb870bcc-c8b6-4410-9ff3-516d7c591ffe" providerId="ADAL" clId="{56C6057D-38A0-4C91-B079-ED327B1D2198}" dt="2025-03-18T19:18:32.208" v="4341"/>
        <pc:sldMkLst>
          <pc:docMk/>
          <pc:sldMk cId="1841278114" sldId="530"/>
        </pc:sldMkLst>
        <pc:spChg chg="del">
          <ac:chgData name="Lisa Rehurek | The RFP Success Company" userId="bb870bcc-c8b6-4410-9ff3-516d7c591ffe" providerId="ADAL" clId="{56C6057D-38A0-4C91-B079-ED327B1D2198}" dt="2025-03-18T19:09:20.748" v="4317" actId="478"/>
          <ac:spMkLst>
            <pc:docMk/>
            <pc:sldMk cId="1841278114" sldId="530"/>
            <ac:spMk id="8" creationId="{8821D2B6-BF7C-D246-322E-69C5D19BBE61}"/>
          </ac:spMkLst>
        </pc:spChg>
        <pc:picChg chg="mod">
          <ac:chgData name="Lisa Rehurek | The RFP Success Company" userId="bb870bcc-c8b6-4410-9ff3-516d7c591ffe" providerId="ADAL" clId="{56C6057D-38A0-4C91-B079-ED327B1D2198}" dt="2025-03-18T19:17:51.814" v="4339" actId="14100"/>
          <ac:picMkLst>
            <pc:docMk/>
            <pc:sldMk cId="1841278114" sldId="530"/>
            <ac:picMk id="10" creationId="{73CA8702-9494-5AC3-9977-C1741A60A25C}"/>
          </ac:picMkLst>
        </pc:picChg>
      </pc:sldChg>
      <pc:sldChg chg="del">
        <pc:chgData name="Lisa Rehurek | The RFP Success Company" userId="bb870bcc-c8b6-4410-9ff3-516d7c591ffe" providerId="ADAL" clId="{56C6057D-38A0-4C91-B079-ED327B1D2198}" dt="2025-03-18T17:02:05.319" v="22" actId="2696"/>
        <pc:sldMkLst>
          <pc:docMk/>
          <pc:sldMk cId="3939192097" sldId="530"/>
        </pc:sldMkLst>
      </pc:sldChg>
      <pc:sldChg chg="del">
        <pc:chgData name="Lisa Rehurek | The RFP Success Company" userId="bb870bcc-c8b6-4410-9ff3-516d7c591ffe" providerId="ADAL" clId="{56C6057D-38A0-4C91-B079-ED327B1D2198}" dt="2025-03-18T18:05:56.299" v="3037" actId="47"/>
        <pc:sldMkLst>
          <pc:docMk/>
          <pc:sldMk cId="1765569396" sldId="531"/>
        </pc:sldMkLst>
      </pc:sldChg>
      <pc:sldChg chg="del">
        <pc:chgData name="Lisa Rehurek | The RFP Success Company" userId="bb870bcc-c8b6-4410-9ff3-516d7c591ffe" providerId="ADAL" clId="{56C6057D-38A0-4C91-B079-ED327B1D2198}" dt="2025-03-18T18:05:56.299" v="3037" actId="47"/>
        <pc:sldMkLst>
          <pc:docMk/>
          <pc:sldMk cId="3017140834" sldId="532"/>
        </pc:sldMkLst>
      </pc:sldChg>
      <pc:sldChg chg="del">
        <pc:chgData name="Lisa Rehurek | The RFP Success Company" userId="bb870bcc-c8b6-4410-9ff3-516d7c591ffe" providerId="ADAL" clId="{56C6057D-38A0-4C91-B079-ED327B1D2198}" dt="2025-03-18T18:05:56.299" v="3037" actId="47"/>
        <pc:sldMkLst>
          <pc:docMk/>
          <pc:sldMk cId="998802067" sldId="533"/>
        </pc:sldMkLst>
      </pc:sldChg>
      <pc:sldChg chg="del">
        <pc:chgData name="Lisa Rehurek | The RFP Success Company" userId="bb870bcc-c8b6-4410-9ff3-516d7c591ffe" providerId="ADAL" clId="{56C6057D-38A0-4C91-B079-ED327B1D2198}" dt="2025-03-18T18:05:56.299" v="3037" actId="47"/>
        <pc:sldMkLst>
          <pc:docMk/>
          <pc:sldMk cId="628548543" sldId="534"/>
        </pc:sldMkLst>
      </pc:sldChg>
      <pc:sldChg chg="del">
        <pc:chgData name="Lisa Rehurek | The RFP Success Company" userId="bb870bcc-c8b6-4410-9ff3-516d7c591ffe" providerId="ADAL" clId="{56C6057D-38A0-4C91-B079-ED327B1D2198}" dt="2025-03-18T18:05:56.299" v="3037" actId="47"/>
        <pc:sldMkLst>
          <pc:docMk/>
          <pc:sldMk cId="3161939713" sldId="535"/>
        </pc:sldMkLst>
      </pc:sldChg>
      <pc:sldChg chg="del">
        <pc:chgData name="Lisa Rehurek | The RFP Success Company" userId="bb870bcc-c8b6-4410-9ff3-516d7c591ffe" providerId="ADAL" clId="{56C6057D-38A0-4C91-B079-ED327B1D2198}" dt="2025-03-18T18:06:10.611" v="3039" actId="47"/>
        <pc:sldMkLst>
          <pc:docMk/>
          <pc:sldMk cId="3622120222" sldId="536"/>
        </pc:sldMkLst>
      </pc:sldChg>
      <pc:sldChg chg="del">
        <pc:chgData name="Lisa Rehurek | The RFP Success Company" userId="bb870bcc-c8b6-4410-9ff3-516d7c591ffe" providerId="ADAL" clId="{56C6057D-38A0-4C91-B079-ED327B1D2198}" dt="2025-03-18T17:02:19.042" v="25" actId="47"/>
        <pc:sldMkLst>
          <pc:docMk/>
          <pc:sldMk cId="663240340" sldId="843"/>
        </pc:sldMkLst>
      </pc:sldChg>
      <pc:sldChg chg="modSp add mod">
        <pc:chgData name="Lisa Rehurek | The RFP Success Company" userId="bb870bcc-c8b6-4410-9ff3-516d7c591ffe" providerId="ADAL" clId="{56C6057D-38A0-4C91-B079-ED327B1D2198}" dt="2025-03-18T17:55:15.042" v="2803" actId="27636"/>
        <pc:sldMkLst>
          <pc:docMk/>
          <pc:sldMk cId="1774469409" sldId="854"/>
        </pc:sldMkLst>
        <pc:spChg chg="mod">
          <ac:chgData name="Lisa Rehurek | The RFP Success Company" userId="bb870bcc-c8b6-4410-9ff3-516d7c591ffe" providerId="ADAL" clId="{56C6057D-38A0-4C91-B079-ED327B1D2198}" dt="2025-03-18T17:55:15.042" v="2803" actId="27636"/>
          <ac:spMkLst>
            <pc:docMk/>
            <pc:sldMk cId="1774469409" sldId="854"/>
            <ac:spMk id="2" creationId="{74BE6A4A-A087-20F0-0262-C7BA88842129}"/>
          </ac:spMkLst>
        </pc:spChg>
      </pc:sldChg>
      <pc:sldChg chg="add">
        <pc:chgData name="Lisa Rehurek | The RFP Success Company" userId="bb870bcc-c8b6-4410-9ff3-516d7c591ffe" providerId="ADAL" clId="{56C6057D-38A0-4C91-B079-ED327B1D2198}" dt="2025-03-18T17:54:27.148" v="2799"/>
        <pc:sldMkLst>
          <pc:docMk/>
          <pc:sldMk cId="2663845554" sldId="855"/>
        </pc:sldMkLst>
      </pc:sldChg>
      <pc:sldChg chg="add">
        <pc:chgData name="Lisa Rehurek | The RFP Success Company" userId="bb870bcc-c8b6-4410-9ff3-516d7c591ffe" providerId="ADAL" clId="{56C6057D-38A0-4C91-B079-ED327B1D2198}" dt="2025-03-18T17:55:50.217" v="2804"/>
        <pc:sldMkLst>
          <pc:docMk/>
          <pc:sldMk cId="592481814" sldId="863"/>
        </pc:sldMkLst>
      </pc:sldChg>
      <pc:sldChg chg="add">
        <pc:chgData name="Lisa Rehurek | The RFP Success Company" userId="bb870bcc-c8b6-4410-9ff3-516d7c591ffe" providerId="ADAL" clId="{56C6057D-38A0-4C91-B079-ED327B1D2198}" dt="2025-03-18T17:55:50.217" v="2804"/>
        <pc:sldMkLst>
          <pc:docMk/>
          <pc:sldMk cId="3183391804" sldId="864"/>
        </pc:sldMkLst>
      </pc:sldChg>
      <pc:sldChg chg="add">
        <pc:chgData name="Lisa Rehurek | The RFP Success Company" userId="bb870bcc-c8b6-4410-9ff3-516d7c591ffe" providerId="ADAL" clId="{56C6057D-38A0-4C91-B079-ED327B1D2198}" dt="2025-03-18T17:55:50.217" v="2804"/>
        <pc:sldMkLst>
          <pc:docMk/>
          <pc:sldMk cId="2140922401" sldId="865"/>
        </pc:sldMkLst>
      </pc:sldChg>
      <pc:sldChg chg="add">
        <pc:chgData name="Lisa Rehurek | The RFP Success Company" userId="bb870bcc-c8b6-4410-9ff3-516d7c591ffe" providerId="ADAL" clId="{56C6057D-38A0-4C91-B079-ED327B1D2198}" dt="2025-03-18T17:56:49.485" v="2805"/>
        <pc:sldMkLst>
          <pc:docMk/>
          <pc:sldMk cId="3302774891" sldId="872"/>
        </pc:sldMkLst>
      </pc:sldChg>
      <pc:sldChg chg="addSp delSp modSp add del mod">
        <pc:chgData name="Lisa Rehurek | The RFP Success Company" userId="bb870bcc-c8b6-4410-9ff3-516d7c591ffe" providerId="ADAL" clId="{56C6057D-38A0-4C91-B079-ED327B1D2198}" dt="2025-03-18T17:57:56.947" v="2850" actId="47"/>
        <pc:sldMkLst>
          <pc:docMk/>
          <pc:sldMk cId="2300711223" sldId="873"/>
        </pc:sldMkLst>
        <pc:spChg chg="add mod">
          <ac:chgData name="Lisa Rehurek | The RFP Success Company" userId="bb870bcc-c8b6-4410-9ff3-516d7c591ffe" providerId="ADAL" clId="{56C6057D-38A0-4C91-B079-ED327B1D2198}" dt="2025-03-18T17:57:48.611" v="2848"/>
          <ac:spMkLst>
            <pc:docMk/>
            <pc:sldMk cId="2300711223" sldId="873"/>
            <ac:spMk id="3" creationId="{DDFFCAFC-338E-C422-6B75-9DC7B02AA093}"/>
          </ac:spMkLst>
        </pc:spChg>
        <pc:spChg chg="del">
          <ac:chgData name="Lisa Rehurek | The RFP Success Company" userId="bb870bcc-c8b6-4410-9ff3-516d7c591ffe" providerId="ADAL" clId="{56C6057D-38A0-4C91-B079-ED327B1D2198}" dt="2025-03-18T17:57:50.760" v="2849" actId="478"/>
          <ac:spMkLst>
            <pc:docMk/>
            <pc:sldMk cId="2300711223" sldId="873"/>
            <ac:spMk id="7" creationId="{6599BB23-EC01-7DF4-6578-DFB24C809484}"/>
          </ac:spMkLst>
        </pc:spChg>
      </pc:sldChg>
      <pc:sldChg chg="add del">
        <pc:chgData name="Lisa Rehurek | The RFP Success Company" userId="bb870bcc-c8b6-4410-9ff3-516d7c591ffe" providerId="ADAL" clId="{56C6057D-38A0-4C91-B079-ED327B1D2198}" dt="2025-03-18T17:57:03.050" v="2806" actId="47"/>
        <pc:sldMkLst>
          <pc:docMk/>
          <pc:sldMk cId="557922787" sldId="874"/>
        </pc:sldMkLst>
      </pc:sldChg>
      <pc:sldChg chg="addSp delSp modSp add mod modNotesTx">
        <pc:chgData name="Lisa Rehurek | The RFP Success Company" userId="bb870bcc-c8b6-4410-9ff3-516d7c591ffe" providerId="ADAL" clId="{56C6057D-38A0-4C91-B079-ED327B1D2198}" dt="2025-03-18T19:03:38.743" v="4109" actId="6549"/>
        <pc:sldMkLst>
          <pc:docMk/>
          <pc:sldMk cId="1458332333" sldId="875"/>
        </pc:sldMkLst>
        <pc:spChg chg="mod">
          <ac:chgData name="Lisa Rehurek | The RFP Success Company" userId="bb870bcc-c8b6-4410-9ff3-516d7c591ffe" providerId="ADAL" clId="{56C6057D-38A0-4C91-B079-ED327B1D2198}" dt="2025-03-18T19:03:38.743" v="4109" actId="6549"/>
          <ac:spMkLst>
            <pc:docMk/>
            <pc:sldMk cId="1458332333" sldId="875"/>
            <ac:spMk id="2" creationId="{6BE0B047-80AB-192C-B53D-CFFC9470A648}"/>
          </ac:spMkLst>
        </pc:spChg>
        <pc:spChg chg="add mod">
          <ac:chgData name="Lisa Rehurek | The RFP Success Company" userId="bb870bcc-c8b6-4410-9ff3-516d7c591ffe" providerId="ADAL" clId="{56C6057D-38A0-4C91-B079-ED327B1D2198}" dt="2025-03-18T17:58:00.858" v="2852"/>
          <ac:spMkLst>
            <pc:docMk/>
            <pc:sldMk cId="1458332333" sldId="875"/>
            <ac:spMk id="4" creationId="{D1CCAFCA-7790-245C-C2D1-D706A6372C75}"/>
          </ac:spMkLst>
        </pc:spChg>
        <pc:spChg chg="del">
          <ac:chgData name="Lisa Rehurek | The RFP Success Company" userId="bb870bcc-c8b6-4410-9ff3-516d7c591ffe" providerId="ADAL" clId="{56C6057D-38A0-4C91-B079-ED327B1D2198}" dt="2025-03-18T17:58:00.063" v="2851" actId="478"/>
          <ac:spMkLst>
            <pc:docMk/>
            <pc:sldMk cId="1458332333" sldId="875"/>
            <ac:spMk id="7" creationId="{6599BB23-EC01-7DF4-6578-DFB24C809484}"/>
          </ac:spMkLst>
        </pc:spChg>
        <pc:graphicFrameChg chg="modGraphic">
          <ac:chgData name="Lisa Rehurek | The RFP Success Company" userId="bb870bcc-c8b6-4410-9ff3-516d7c591ffe" providerId="ADAL" clId="{56C6057D-38A0-4C91-B079-ED327B1D2198}" dt="2025-03-18T18:46:32.374" v="3749" actId="20577"/>
          <ac:graphicFrameMkLst>
            <pc:docMk/>
            <pc:sldMk cId="1458332333" sldId="875"/>
            <ac:graphicFrameMk id="3" creationId="{C1018FCC-0980-B3B9-7DB0-807825A46B5A}"/>
          </ac:graphicFrameMkLst>
        </pc:graphicFrameChg>
      </pc:sldChg>
      <pc:sldChg chg="addSp delSp modSp add del mod">
        <pc:chgData name="Lisa Rehurek | The RFP Success Company" userId="bb870bcc-c8b6-4410-9ff3-516d7c591ffe" providerId="ADAL" clId="{56C6057D-38A0-4C91-B079-ED327B1D2198}" dt="2025-03-18T18:46:49.976" v="3751" actId="47"/>
        <pc:sldMkLst>
          <pc:docMk/>
          <pc:sldMk cId="4204955730" sldId="876"/>
        </pc:sldMkLst>
        <pc:spChg chg="add mod">
          <ac:chgData name="Lisa Rehurek | The RFP Success Company" userId="bb870bcc-c8b6-4410-9ff3-516d7c591ffe" providerId="ADAL" clId="{56C6057D-38A0-4C91-B079-ED327B1D2198}" dt="2025-03-18T17:58:06.209" v="2854"/>
          <ac:spMkLst>
            <pc:docMk/>
            <pc:sldMk cId="4204955730" sldId="876"/>
            <ac:spMk id="3" creationId="{DF6F7C31-CB49-3ED3-E0A9-15A58A2D70D5}"/>
          </ac:spMkLst>
        </pc:spChg>
        <pc:spChg chg="del">
          <ac:chgData name="Lisa Rehurek | The RFP Success Company" userId="bb870bcc-c8b6-4410-9ff3-516d7c591ffe" providerId="ADAL" clId="{56C6057D-38A0-4C91-B079-ED327B1D2198}" dt="2025-03-18T17:58:05.303" v="2853" actId="478"/>
          <ac:spMkLst>
            <pc:docMk/>
            <pc:sldMk cId="4204955730" sldId="876"/>
            <ac:spMk id="7" creationId="{6599BB23-EC01-7DF4-6578-DFB24C809484}"/>
          </ac:spMkLst>
        </pc:spChg>
      </pc:sldChg>
      <pc:sldChg chg="addSp delSp modSp add mod modNotesTx">
        <pc:chgData name="Lisa Rehurek | The RFP Success Company" userId="bb870bcc-c8b6-4410-9ff3-516d7c591ffe" providerId="ADAL" clId="{56C6057D-38A0-4C91-B079-ED327B1D2198}" dt="2025-03-18T18:46:56.269" v="3783" actId="20577"/>
        <pc:sldMkLst>
          <pc:docMk/>
          <pc:sldMk cId="1419562668" sldId="877"/>
        </pc:sldMkLst>
        <pc:spChg chg="add mod">
          <ac:chgData name="Lisa Rehurek | The RFP Success Company" userId="bb870bcc-c8b6-4410-9ff3-516d7c591ffe" providerId="ADAL" clId="{56C6057D-38A0-4C91-B079-ED327B1D2198}" dt="2025-03-18T17:58:13.567" v="2856"/>
          <ac:spMkLst>
            <pc:docMk/>
            <pc:sldMk cId="1419562668" sldId="877"/>
            <ac:spMk id="2" creationId="{197EF804-1998-04A4-D5D5-8AFC6DB355FA}"/>
          </ac:spMkLst>
        </pc:spChg>
        <pc:spChg chg="del">
          <ac:chgData name="Lisa Rehurek | The RFP Success Company" userId="bb870bcc-c8b6-4410-9ff3-516d7c591ffe" providerId="ADAL" clId="{56C6057D-38A0-4C91-B079-ED327B1D2198}" dt="2025-03-18T17:58:12.883" v="2855" actId="478"/>
          <ac:spMkLst>
            <pc:docMk/>
            <pc:sldMk cId="1419562668" sldId="877"/>
            <ac:spMk id="7" creationId="{6599BB23-EC01-7DF4-6578-DFB24C809484}"/>
          </ac:spMkLst>
        </pc:spChg>
      </pc:sldChg>
      <pc:sldChg chg="addSp delSp modSp add mod">
        <pc:chgData name="Lisa Rehurek | The RFP Success Company" userId="bb870bcc-c8b6-4410-9ff3-516d7c591ffe" providerId="ADAL" clId="{56C6057D-38A0-4C91-B079-ED327B1D2198}" dt="2025-03-18T17:58:16.944" v="2858"/>
        <pc:sldMkLst>
          <pc:docMk/>
          <pc:sldMk cId="412668827" sldId="878"/>
        </pc:sldMkLst>
        <pc:spChg chg="add mod">
          <ac:chgData name="Lisa Rehurek | The RFP Success Company" userId="bb870bcc-c8b6-4410-9ff3-516d7c591ffe" providerId="ADAL" clId="{56C6057D-38A0-4C91-B079-ED327B1D2198}" dt="2025-03-18T17:58:16.944" v="2858"/>
          <ac:spMkLst>
            <pc:docMk/>
            <pc:sldMk cId="412668827" sldId="878"/>
            <ac:spMk id="5" creationId="{725B9181-08C1-D440-111B-C413D786FC74}"/>
          </ac:spMkLst>
        </pc:spChg>
        <pc:spChg chg="del">
          <ac:chgData name="Lisa Rehurek | The RFP Success Company" userId="bb870bcc-c8b6-4410-9ff3-516d7c591ffe" providerId="ADAL" clId="{56C6057D-38A0-4C91-B079-ED327B1D2198}" dt="2025-03-18T17:58:16.321" v="2857" actId="478"/>
          <ac:spMkLst>
            <pc:docMk/>
            <pc:sldMk cId="412668827" sldId="878"/>
            <ac:spMk id="7" creationId="{6599BB23-EC01-7DF4-6578-DFB24C809484}"/>
          </ac:spMkLst>
        </pc:spChg>
      </pc:sldChg>
      <pc:sldChg chg="addSp delSp modSp add mod">
        <pc:chgData name="Lisa Rehurek | The RFP Success Company" userId="bb870bcc-c8b6-4410-9ff3-516d7c591ffe" providerId="ADAL" clId="{56C6057D-38A0-4C91-B079-ED327B1D2198}" dt="2025-03-18T17:58:21.053" v="2860"/>
        <pc:sldMkLst>
          <pc:docMk/>
          <pc:sldMk cId="631900457" sldId="879"/>
        </pc:sldMkLst>
        <pc:spChg chg="add mod">
          <ac:chgData name="Lisa Rehurek | The RFP Success Company" userId="bb870bcc-c8b6-4410-9ff3-516d7c591ffe" providerId="ADAL" clId="{56C6057D-38A0-4C91-B079-ED327B1D2198}" dt="2025-03-18T17:58:21.053" v="2860"/>
          <ac:spMkLst>
            <pc:docMk/>
            <pc:sldMk cId="631900457" sldId="879"/>
            <ac:spMk id="5" creationId="{F0F9DF2A-E0F6-F9C9-8B0D-58317F0592E0}"/>
          </ac:spMkLst>
        </pc:spChg>
        <pc:spChg chg="del">
          <ac:chgData name="Lisa Rehurek | The RFP Success Company" userId="bb870bcc-c8b6-4410-9ff3-516d7c591ffe" providerId="ADAL" clId="{56C6057D-38A0-4C91-B079-ED327B1D2198}" dt="2025-03-18T17:58:20.780" v="2859" actId="478"/>
          <ac:spMkLst>
            <pc:docMk/>
            <pc:sldMk cId="631900457" sldId="879"/>
            <ac:spMk id="7" creationId="{6599BB23-EC01-7DF4-6578-DFB24C809484}"/>
          </ac:spMkLst>
        </pc:spChg>
      </pc:sldChg>
      <pc:sldChg chg="addSp delSp modSp add mod">
        <pc:chgData name="Lisa Rehurek | The RFP Success Company" userId="bb870bcc-c8b6-4410-9ff3-516d7c591ffe" providerId="ADAL" clId="{56C6057D-38A0-4C91-B079-ED327B1D2198}" dt="2025-03-18T17:58:25.962" v="2862"/>
        <pc:sldMkLst>
          <pc:docMk/>
          <pc:sldMk cId="2094200924" sldId="880"/>
        </pc:sldMkLst>
        <pc:spChg chg="add mod">
          <ac:chgData name="Lisa Rehurek | The RFP Success Company" userId="bb870bcc-c8b6-4410-9ff3-516d7c591ffe" providerId="ADAL" clId="{56C6057D-38A0-4C91-B079-ED327B1D2198}" dt="2025-03-18T17:58:25.962" v="2862"/>
          <ac:spMkLst>
            <pc:docMk/>
            <pc:sldMk cId="2094200924" sldId="880"/>
            <ac:spMk id="5" creationId="{A6AF1A46-B6A8-FFC4-CFBA-5EEBC4C2B07E}"/>
          </ac:spMkLst>
        </pc:spChg>
        <pc:spChg chg="del">
          <ac:chgData name="Lisa Rehurek | The RFP Success Company" userId="bb870bcc-c8b6-4410-9ff3-516d7c591ffe" providerId="ADAL" clId="{56C6057D-38A0-4C91-B079-ED327B1D2198}" dt="2025-03-18T17:58:25.208" v="2861" actId="478"/>
          <ac:spMkLst>
            <pc:docMk/>
            <pc:sldMk cId="2094200924" sldId="880"/>
            <ac:spMk id="7" creationId="{6599BB23-EC01-7DF4-6578-DFB24C809484}"/>
          </ac:spMkLst>
        </pc:spChg>
      </pc:sldChg>
      <pc:sldChg chg="addSp delSp modSp add mod">
        <pc:chgData name="Lisa Rehurek | The RFP Success Company" userId="bb870bcc-c8b6-4410-9ff3-516d7c591ffe" providerId="ADAL" clId="{56C6057D-38A0-4C91-B079-ED327B1D2198}" dt="2025-03-18T17:58:29.830" v="2864"/>
        <pc:sldMkLst>
          <pc:docMk/>
          <pc:sldMk cId="1461875580" sldId="883"/>
        </pc:sldMkLst>
        <pc:spChg chg="add mod">
          <ac:chgData name="Lisa Rehurek | The RFP Success Company" userId="bb870bcc-c8b6-4410-9ff3-516d7c591ffe" providerId="ADAL" clId="{56C6057D-38A0-4C91-B079-ED327B1D2198}" dt="2025-03-18T17:58:29.830" v="2864"/>
          <ac:spMkLst>
            <pc:docMk/>
            <pc:sldMk cId="1461875580" sldId="883"/>
            <ac:spMk id="2" creationId="{7BF22316-B0A3-CDB4-4908-1A8C22972B8A}"/>
          </ac:spMkLst>
        </pc:spChg>
        <pc:spChg chg="del">
          <ac:chgData name="Lisa Rehurek | The RFP Success Company" userId="bb870bcc-c8b6-4410-9ff3-516d7c591ffe" providerId="ADAL" clId="{56C6057D-38A0-4C91-B079-ED327B1D2198}" dt="2025-03-18T17:58:29.149" v="2863" actId="478"/>
          <ac:spMkLst>
            <pc:docMk/>
            <pc:sldMk cId="1461875580" sldId="883"/>
            <ac:spMk id="7" creationId="{6599BB23-EC01-7DF4-6578-DFB24C809484}"/>
          </ac:spMkLst>
        </pc:spChg>
      </pc:sldChg>
      <pc:sldChg chg="addSp delSp modSp add mod">
        <pc:chgData name="Lisa Rehurek | The RFP Success Company" userId="bb870bcc-c8b6-4410-9ff3-516d7c591ffe" providerId="ADAL" clId="{56C6057D-38A0-4C91-B079-ED327B1D2198}" dt="2025-03-18T17:58:34.239" v="2866"/>
        <pc:sldMkLst>
          <pc:docMk/>
          <pc:sldMk cId="1920920407" sldId="884"/>
        </pc:sldMkLst>
        <pc:spChg chg="add mod">
          <ac:chgData name="Lisa Rehurek | The RFP Success Company" userId="bb870bcc-c8b6-4410-9ff3-516d7c591ffe" providerId="ADAL" clId="{56C6057D-38A0-4C91-B079-ED327B1D2198}" dt="2025-03-18T17:58:34.239" v="2866"/>
          <ac:spMkLst>
            <pc:docMk/>
            <pc:sldMk cId="1920920407" sldId="884"/>
            <ac:spMk id="2" creationId="{54C4DBA4-600C-69C4-514C-E9D444E2CBC8}"/>
          </ac:spMkLst>
        </pc:spChg>
        <pc:spChg chg="del">
          <ac:chgData name="Lisa Rehurek | The RFP Success Company" userId="bb870bcc-c8b6-4410-9ff3-516d7c591ffe" providerId="ADAL" clId="{56C6057D-38A0-4C91-B079-ED327B1D2198}" dt="2025-03-18T17:58:33.484" v="2865" actId="478"/>
          <ac:spMkLst>
            <pc:docMk/>
            <pc:sldMk cId="1920920407" sldId="884"/>
            <ac:spMk id="7" creationId="{6599BB23-EC01-7DF4-6578-DFB24C809484}"/>
          </ac:spMkLst>
        </pc:spChg>
      </pc:sldChg>
      <pc:sldChg chg="addSp delSp modSp add mod">
        <pc:chgData name="Lisa Rehurek | The RFP Success Company" userId="bb870bcc-c8b6-4410-9ff3-516d7c591ffe" providerId="ADAL" clId="{56C6057D-38A0-4C91-B079-ED327B1D2198}" dt="2025-03-18T17:58:38.710" v="2868"/>
        <pc:sldMkLst>
          <pc:docMk/>
          <pc:sldMk cId="2812762084" sldId="885"/>
        </pc:sldMkLst>
        <pc:spChg chg="add mod">
          <ac:chgData name="Lisa Rehurek | The RFP Success Company" userId="bb870bcc-c8b6-4410-9ff3-516d7c591ffe" providerId="ADAL" clId="{56C6057D-38A0-4C91-B079-ED327B1D2198}" dt="2025-03-18T17:58:38.710" v="2868"/>
          <ac:spMkLst>
            <pc:docMk/>
            <pc:sldMk cId="2812762084" sldId="885"/>
            <ac:spMk id="4" creationId="{32605432-3D09-5DBC-E0B2-0B9B286D05CF}"/>
          </ac:spMkLst>
        </pc:spChg>
        <pc:spChg chg="del">
          <ac:chgData name="Lisa Rehurek | The RFP Success Company" userId="bb870bcc-c8b6-4410-9ff3-516d7c591ffe" providerId="ADAL" clId="{56C6057D-38A0-4C91-B079-ED327B1D2198}" dt="2025-03-18T17:58:37.934" v="2867" actId="478"/>
          <ac:spMkLst>
            <pc:docMk/>
            <pc:sldMk cId="2812762084" sldId="885"/>
            <ac:spMk id="7" creationId="{6599BB23-EC01-7DF4-6578-DFB24C809484}"/>
          </ac:spMkLst>
        </pc:spChg>
      </pc:sldChg>
      <pc:sldChg chg="addSp delSp modSp add mod">
        <pc:chgData name="Lisa Rehurek | The RFP Success Company" userId="bb870bcc-c8b6-4410-9ff3-516d7c591ffe" providerId="ADAL" clId="{56C6057D-38A0-4C91-B079-ED327B1D2198}" dt="2025-03-18T18:03:44.629" v="2994" actId="20577"/>
        <pc:sldMkLst>
          <pc:docMk/>
          <pc:sldMk cId="426486695" sldId="890"/>
        </pc:sldMkLst>
        <pc:spChg chg="mod">
          <ac:chgData name="Lisa Rehurek | The RFP Success Company" userId="bb870bcc-c8b6-4410-9ff3-516d7c591ffe" providerId="ADAL" clId="{56C6057D-38A0-4C91-B079-ED327B1D2198}" dt="2025-03-18T18:03:44.629" v="2994" actId="20577"/>
          <ac:spMkLst>
            <pc:docMk/>
            <pc:sldMk cId="426486695" sldId="890"/>
            <ac:spMk id="2" creationId="{6BE0B047-80AB-192C-B53D-CFFC9470A648}"/>
          </ac:spMkLst>
        </pc:spChg>
        <pc:spChg chg="add mod">
          <ac:chgData name="Lisa Rehurek | The RFP Success Company" userId="bb870bcc-c8b6-4410-9ff3-516d7c591ffe" providerId="ADAL" clId="{56C6057D-38A0-4C91-B079-ED327B1D2198}" dt="2025-03-18T17:59:48.508" v="2898" actId="20577"/>
          <ac:spMkLst>
            <pc:docMk/>
            <pc:sldMk cId="426486695" sldId="890"/>
            <ac:spMk id="3" creationId="{32FAC08D-EBA6-99B6-8278-744E60E9BA1A}"/>
          </ac:spMkLst>
        </pc:spChg>
        <pc:spChg chg="del">
          <ac:chgData name="Lisa Rehurek | The RFP Success Company" userId="bb870bcc-c8b6-4410-9ff3-516d7c591ffe" providerId="ADAL" clId="{56C6057D-38A0-4C91-B079-ED327B1D2198}" dt="2025-03-18T17:59:43.798" v="2883" actId="478"/>
          <ac:spMkLst>
            <pc:docMk/>
            <pc:sldMk cId="426486695" sldId="890"/>
            <ac:spMk id="7" creationId="{6599BB23-EC01-7DF4-6578-DFB24C809484}"/>
          </ac:spMkLst>
        </pc:spChg>
        <pc:picChg chg="mod">
          <ac:chgData name="Lisa Rehurek | The RFP Success Company" userId="bb870bcc-c8b6-4410-9ff3-516d7c591ffe" providerId="ADAL" clId="{56C6057D-38A0-4C91-B079-ED327B1D2198}" dt="2025-03-18T18:03:38.743" v="2991" actId="1076"/>
          <ac:picMkLst>
            <pc:docMk/>
            <pc:sldMk cId="426486695" sldId="890"/>
            <ac:picMk id="4" creationId="{4F381BCF-BBE2-2E11-6400-44507690929C}"/>
          </ac:picMkLst>
        </pc:picChg>
      </pc:sldChg>
      <pc:sldChg chg="addSp delSp modSp add mod">
        <pc:chgData name="Lisa Rehurek | The RFP Success Company" userId="bb870bcc-c8b6-4410-9ff3-516d7c591ffe" providerId="ADAL" clId="{56C6057D-38A0-4C91-B079-ED327B1D2198}" dt="2025-03-18T18:03:47.682" v="2997" actId="6549"/>
        <pc:sldMkLst>
          <pc:docMk/>
          <pc:sldMk cId="623132156" sldId="893"/>
        </pc:sldMkLst>
        <pc:spChg chg="mod">
          <ac:chgData name="Lisa Rehurek | The RFP Success Company" userId="bb870bcc-c8b6-4410-9ff3-516d7c591ffe" providerId="ADAL" clId="{56C6057D-38A0-4C91-B079-ED327B1D2198}" dt="2025-03-18T18:03:47.682" v="2997" actId="6549"/>
          <ac:spMkLst>
            <pc:docMk/>
            <pc:sldMk cId="623132156" sldId="893"/>
            <ac:spMk id="2" creationId="{6BE0B047-80AB-192C-B53D-CFFC9470A648}"/>
          </ac:spMkLst>
        </pc:spChg>
        <pc:spChg chg="add mod">
          <ac:chgData name="Lisa Rehurek | The RFP Success Company" userId="bb870bcc-c8b6-4410-9ff3-516d7c591ffe" providerId="ADAL" clId="{56C6057D-38A0-4C91-B079-ED327B1D2198}" dt="2025-03-18T17:59:55.208" v="2900"/>
          <ac:spMkLst>
            <pc:docMk/>
            <pc:sldMk cId="623132156" sldId="893"/>
            <ac:spMk id="5" creationId="{8530387C-5DFF-62C9-B9FE-D142FA1CEB98}"/>
          </ac:spMkLst>
        </pc:spChg>
        <pc:spChg chg="del">
          <ac:chgData name="Lisa Rehurek | The RFP Success Company" userId="bb870bcc-c8b6-4410-9ff3-516d7c591ffe" providerId="ADAL" clId="{56C6057D-38A0-4C91-B079-ED327B1D2198}" dt="2025-03-18T17:59:54.410" v="2899" actId="478"/>
          <ac:spMkLst>
            <pc:docMk/>
            <pc:sldMk cId="623132156" sldId="893"/>
            <ac:spMk id="7" creationId="{6599BB23-EC01-7DF4-6578-DFB24C809484}"/>
          </ac:spMkLst>
        </pc:spChg>
      </pc:sldChg>
      <pc:sldChg chg="addSp delSp modSp add mod">
        <pc:chgData name="Lisa Rehurek | The RFP Success Company" userId="bb870bcc-c8b6-4410-9ff3-516d7c591ffe" providerId="ADAL" clId="{56C6057D-38A0-4C91-B079-ED327B1D2198}" dt="2025-03-18T17:59:59.889" v="2902"/>
        <pc:sldMkLst>
          <pc:docMk/>
          <pc:sldMk cId="2771668548" sldId="894"/>
        </pc:sldMkLst>
        <pc:spChg chg="add mod">
          <ac:chgData name="Lisa Rehurek | The RFP Success Company" userId="bb870bcc-c8b6-4410-9ff3-516d7c591ffe" providerId="ADAL" clId="{56C6057D-38A0-4C91-B079-ED327B1D2198}" dt="2025-03-18T17:59:59.889" v="2902"/>
          <ac:spMkLst>
            <pc:docMk/>
            <pc:sldMk cId="2771668548" sldId="894"/>
            <ac:spMk id="3" creationId="{10B14E07-E569-8983-B935-A694794E21E9}"/>
          </ac:spMkLst>
        </pc:spChg>
        <pc:spChg chg="del">
          <ac:chgData name="Lisa Rehurek | The RFP Success Company" userId="bb870bcc-c8b6-4410-9ff3-516d7c591ffe" providerId="ADAL" clId="{56C6057D-38A0-4C91-B079-ED327B1D2198}" dt="2025-03-18T17:59:58.936" v="2901" actId="478"/>
          <ac:spMkLst>
            <pc:docMk/>
            <pc:sldMk cId="2771668548" sldId="894"/>
            <ac:spMk id="7" creationId="{6599BB23-EC01-7DF4-6578-DFB24C809484}"/>
          </ac:spMkLst>
        </pc:spChg>
      </pc:sldChg>
      <pc:sldChg chg="addSp delSp modSp add mod ord">
        <pc:chgData name="Lisa Rehurek | The RFP Success Company" userId="bb870bcc-c8b6-4410-9ff3-516d7c591ffe" providerId="ADAL" clId="{56C6057D-38A0-4C91-B079-ED327B1D2198}" dt="2025-03-18T19:03:24.925" v="4108"/>
        <pc:sldMkLst>
          <pc:docMk/>
          <pc:sldMk cId="4112720368" sldId="897"/>
        </pc:sldMkLst>
        <pc:spChg chg="mod">
          <ac:chgData name="Lisa Rehurek | The RFP Success Company" userId="bb870bcc-c8b6-4410-9ff3-516d7c591ffe" providerId="ADAL" clId="{56C6057D-38A0-4C91-B079-ED327B1D2198}" dt="2025-03-18T19:02:19.525" v="4016" actId="5793"/>
          <ac:spMkLst>
            <pc:docMk/>
            <pc:sldMk cId="4112720368" sldId="897"/>
            <ac:spMk id="2" creationId="{6BE0B047-80AB-192C-B53D-CFFC9470A648}"/>
          </ac:spMkLst>
        </pc:spChg>
        <pc:spChg chg="add mod">
          <ac:chgData name="Lisa Rehurek | The RFP Success Company" userId="bb870bcc-c8b6-4410-9ff3-516d7c591ffe" providerId="ADAL" clId="{56C6057D-38A0-4C91-B079-ED327B1D2198}" dt="2025-03-18T17:57:38.391" v="2847" actId="20577"/>
          <ac:spMkLst>
            <pc:docMk/>
            <pc:sldMk cId="4112720368" sldId="897"/>
            <ac:spMk id="3" creationId="{B4490E67-BE49-4FFD-91F9-CC9EE7555C47}"/>
          </ac:spMkLst>
        </pc:spChg>
        <pc:spChg chg="del mod">
          <ac:chgData name="Lisa Rehurek | The RFP Success Company" userId="bb870bcc-c8b6-4410-9ff3-516d7c591ffe" providerId="ADAL" clId="{56C6057D-38A0-4C91-B079-ED327B1D2198}" dt="2025-03-18T17:57:33.241" v="2835" actId="478"/>
          <ac:spMkLst>
            <pc:docMk/>
            <pc:sldMk cId="4112720368" sldId="897"/>
            <ac:spMk id="7" creationId="{6599BB23-EC01-7DF4-6578-DFB24C809484}"/>
          </ac:spMkLst>
        </pc:spChg>
      </pc:sldChg>
      <pc:sldChg chg="modSp mod modNotesTx">
        <pc:chgData name="Lisa Rehurek | The RFP Success Company" userId="bb870bcc-c8b6-4410-9ff3-516d7c591ffe" providerId="ADAL" clId="{56C6057D-38A0-4C91-B079-ED327B1D2198}" dt="2025-03-18T17:17:03.019" v="929" actId="6549"/>
        <pc:sldMkLst>
          <pc:docMk/>
          <pc:sldMk cId="2810072278" sldId="903"/>
        </pc:sldMkLst>
        <pc:spChg chg="mod">
          <ac:chgData name="Lisa Rehurek | The RFP Success Company" userId="bb870bcc-c8b6-4410-9ff3-516d7c591ffe" providerId="ADAL" clId="{56C6057D-38A0-4C91-B079-ED327B1D2198}" dt="2025-03-18T17:16:22.908" v="725" actId="6549"/>
          <ac:spMkLst>
            <pc:docMk/>
            <pc:sldMk cId="2810072278" sldId="903"/>
            <ac:spMk id="8" creationId="{2D72D372-C208-F749-AC89-313B8ED64A85}"/>
          </ac:spMkLst>
        </pc:spChg>
      </pc:sldChg>
      <pc:sldChg chg="del">
        <pc:chgData name="Lisa Rehurek | The RFP Success Company" userId="bb870bcc-c8b6-4410-9ff3-516d7c591ffe" providerId="ADAL" clId="{56C6057D-38A0-4C91-B079-ED327B1D2198}" dt="2025-03-18T18:05:34.440" v="3034" actId="47"/>
        <pc:sldMkLst>
          <pc:docMk/>
          <pc:sldMk cId="2328562457" sldId="910"/>
        </pc:sldMkLst>
      </pc:sldChg>
      <pc:sldChg chg="del">
        <pc:chgData name="Lisa Rehurek | The RFP Success Company" userId="bb870bcc-c8b6-4410-9ff3-516d7c591ffe" providerId="ADAL" clId="{56C6057D-38A0-4C91-B079-ED327B1D2198}" dt="2025-03-18T18:05:46.637" v="3036" actId="47"/>
        <pc:sldMkLst>
          <pc:docMk/>
          <pc:sldMk cId="1450700036" sldId="911"/>
        </pc:sldMkLst>
      </pc:sldChg>
      <pc:sldChg chg="del">
        <pc:chgData name="Lisa Rehurek | The RFP Success Company" userId="bb870bcc-c8b6-4410-9ff3-516d7c591ffe" providerId="ADAL" clId="{56C6057D-38A0-4C91-B079-ED327B1D2198}" dt="2025-03-18T18:05:46.637" v="3036" actId="47"/>
        <pc:sldMkLst>
          <pc:docMk/>
          <pc:sldMk cId="1834898679" sldId="912"/>
        </pc:sldMkLst>
      </pc:sldChg>
      <pc:sldChg chg="del">
        <pc:chgData name="Lisa Rehurek | The RFP Success Company" userId="bb870bcc-c8b6-4410-9ff3-516d7c591ffe" providerId="ADAL" clId="{56C6057D-38A0-4C91-B079-ED327B1D2198}" dt="2025-03-18T18:00:18.437" v="2903" actId="47"/>
        <pc:sldMkLst>
          <pc:docMk/>
          <pc:sldMk cId="4129213535" sldId="913"/>
        </pc:sldMkLst>
      </pc:sldChg>
      <pc:sldChg chg="del">
        <pc:chgData name="Lisa Rehurek | The RFP Success Company" userId="bb870bcc-c8b6-4410-9ff3-516d7c591ffe" providerId="ADAL" clId="{56C6057D-38A0-4C91-B079-ED327B1D2198}" dt="2025-03-18T18:00:19.521" v="2904" actId="47"/>
        <pc:sldMkLst>
          <pc:docMk/>
          <pc:sldMk cId="4122631592" sldId="915"/>
        </pc:sldMkLst>
      </pc:sldChg>
      <pc:sldChg chg="del">
        <pc:chgData name="Lisa Rehurek | The RFP Success Company" userId="bb870bcc-c8b6-4410-9ff3-516d7c591ffe" providerId="ADAL" clId="{56C6057D-38A0-4C91-B079-ED327B1D2198}" dt="2025-03-18T18:05:46.637" v="3036" actId="47"/>
        <pc:sldMkLst>
          <pc:docMk/>
          <pc:sldMk cId="3303254080" sldId="926"/>
        </pc:sldMkLst>
      </pc:sldChg>
      <pc:sldChg chg="del">
        <pc:chgData name="Lisa Rehurek | The RFP Success Company" userId="bb870bcc-c8b6-4410-9ff3-516d7c591ffe" providerId="ADAL" clId="{56C6057D-38A0-4C91-B079-ED327B1D2198}" dt="2025-03-18T17:41:13.179" v="2372" actId="2696"/>
        <pc:sldMkLst>
          <pc:docMk/>
          <pc:sldMk cId="2328803081" sldId="927"/>
        </pc:sldMkLst>
      </pc:sldChg>
      <pc:sldChg chg="modSp add mod">
        <pc:chgData name="Lisa Rehurek | The RFP Success Company" userId="bb870bcc-c8b6-4410-9ff3-516d7c591ffe" providerId="ADAL" clId="{56C6057D-38A0-4C91-B079-ED327B1D2198}" dt="2025-03-18T17:45:23.891" v="2518" actId="207"/>
        <pc:sldMkLst>
          <pc:docMk/>
          <pc:sldMk cId="4167205557" sldId="927"/>
        </pc:sldMkLst>
        <pc:spChg chg="mod">
          <ac:chgData name="Lisa Rehurek | The RFP Success Company" userId="bb870bcc-c8b6-4410-9ff3-516d7c591ffe" providerId="ADAL" clId="{56C6057D-38A0-4C91-B079-ED327B1D2198}" dt="2025-03-18T17:45:23.891" v="2518" actId="207"/>
          <ac:spMkLst>
            <pc:docMk/>
            <pc:sldMk cId="4167205557" sldId="927"/>
            <ac:spMk id="4" creationId="{C9EED173-6343-CB00-75E6-4A44FC9CC85D}"/>
          </ac:spMkLst>
        </pc:spChg>
      </pc:sldChg>
      <pc:sldChg chg="del">
        <pc:chgData name="Lisa Rehurek | The RFP Success Company" userId="bb870bcc-c8b6-4410-9ff3-516d7c591ffe" providerId="ADAL" clId="{56C6057D-38A0-4C91-B079-ED327B1D2198}" dt="2025-03-18T18:06:10.611" v="3039" actId="47"/>
        <pc:sldMkLst>
          <pc:docMk/>
          <pc:sldMk cId="1024284569" sldId="929"/>
        </pc:sldMkLst>
      </pc:sldChg>
      <pc:sldChg chg="addSp delSp modSp add mod">
        <pc:chgData name="Lisa Rehurek | The RFP Success Company" userId="bb870bcc-c8b6-4410-9ff3-516d7c591ffe" providerId="ADAL" clId="{56C6057D-38A0-4C91-B079-ED327B1D2198}" dt="2025-03-18T17:45:34.630" v="2520"/>
        <pc:sldMkLst>
          <pc:docMk/>
          <pc:sldMk cId="3155287104" sldId="930"/>
        </pc:sldMkLst>
        <pc:spChg chg="add mod">
          <ac:chgData name="Lisa Rehurek | The RFP Success Company" userId="bb870bcc-c8b6-4410-9ff3-516d7c591ffe" providerId="ADAL" clId="{56C6057D-38A0-4C91-B079-ED327B1D2198}" dt="2025-03-18T17:45:34.630" v="2520"/>
          <ac:spMkLst>
            <pc:docMk/>
            <pc:sldMk cId="3155287104" sldId="930"/>
            <ac:spMk id="2" creationId="{4A38484C-0FF5-3FFB-8E8D-E58C0EC16333}"/>
          </ac:spMkLst>
        </pc:spChg>
        <pc:spChg chg="del">
          <ac:chgData name="Lisa Rehurek | The RFP Success Company" userId="bb870bcc-c8b6-4410-9ff3-516d7c591ffe" providerId="ADAL" clId="{56C6057D-38A0-4C91-B079-ED327B1D2198}" dt="2025-03-18T17:45:34.265" v="2519" actId="478"/>
          <ac:spMkLst>
            <pc:docMk/>
            <pc:sldMk cId="3155287104" sldId="930"/>
            <ac:spMk id="4" creationId="{C9EED173-6343-CB00-75E6-4A44FC9CC85D}"/>
          </ac:spMkLst>
        </pc:spChg>
      </pc:sldChg>
      <pc:sldChg chg="del">
        <pc:chgData name="Lisa Rehurek | The RFP Success Company" userId="bb870bcc-c8b6-4410-9ff3-516d7c591ffe" providerId="ADAL" clId="{56C6057D-38A0-4C91-B079-ED327B1D2198}" dt="2025-03-18T17:41:13.179" v="2372" actId="2696"/>
        <pc:sldMkLst>
          <pc:docMk/>
          <pc:sldMk cId="3482699706" sldId="930"/>
        </pc:sldMkLst>
      </pc:sldChg>
      <pc:sldChg chg="del">
        <pc:chgData name="Lisa Rehurek | The RFP Success Company" userId="bb870bcc-c8b6-4410-9ff3-516d7c591ffe" providerId="ADAL" clId="{56C6057D-38A0-4C91-B079-ED327B1D2198}" dt="2025-03-18T17:41:13.179" v="2372" actId="2696"/>
        <pc:sldMkLst>
          <pc:docMk/>
          <pc:sldMk cId="2306998539" sldId="931"/>
        </pc:sldMkLst>
      </pc:sldChg>
      <pc:sldChg chg="addSp delSp modSp add mod">
        <pc:chgData name="Lisa Rehurek | The RFP Success Company" userId="bb870bcc-c8b6-4410-9ff3-516d7c591ffe" providerId="ADAL" clId="{56C6057D-38A0-4C91-B079-ED327B1D2198}" dt="2025-03-18T17:45:42.974" v="2524"/>
        <pc:sldMkLst>
          <pc:docMk/>
          <pc:sldMk cId="3052791941" sldId="931"/>
        </pc:sldMkLst>
        <pc:spChg chg="add mod">
          <ac:chgData name="Lisa Rehurek | The RFP Success Company" userId="bb870bcc-c8b6-4410-9ff3-516d7c591ffe" providerId="ADAL" clId="{56C6057D-38A0-4C91-B079-ED327B1D2198}" dt="2025-03-18T17:45:42.974" v="2524"/>
          <ac:spMkLst>
            <pc:docMk/>
            <pc:sldMk cId="3052791941" sldId="931"/>
            <ac:spMk id="2" creationId="{1ED1CF77-6671-9863-2079-7A76E297B4A6}"/>
          </ac:spMkLst>
        </pc:spChg>
        <pc:spChg chg="del">
          <ac:chgData name="Lisa Rehurek | The RFP Success Company" userId="bb870bcc-c8b6-4410-9ff3-516d7c591ffe" providerId="ADAL" clId="{56C6057D-38A0-4C91-B079-ED327B1D2198}" dt="2025-03-18T17:45:42.245" v="2523" actId="478"/>
          <ac:spMkLst>
            <pc:docMk/>
            <pc:sldMk cId="3052791941" sldId="931"/>
            <ac:spMk id="4" creationId="{C9EED173-6343-CB00-75E6-4A44FC9CC85D}"/>
          </ac:spMkLst>
        </pc:spChg>
      </pc:sldChg>
      <pc:sldChg chg="del">
        <pc:chgData name="Lisa Rehurek | The RFP Success Company" userId="bb870bcc-c8b6-4410-9ff3-516d7c591ffe" providerId="ADAL" clId="{56C6057D-38A0-4C91-B079-ED327B1D2198}" dt="2025-03-18T18:05:46.637" v="3036" actId="47"/>
        <pc:sldMkLst>
          <pc:docMk/>
          <pc:sldMk cId="2693934103" sldId="932"/>
        </pc:sldMkLst>
      </pc:sldChg>
      <pc:sldChg chg="del">
        <pc:chgData name="Lisa Rehurek | The RFP Success Company" userId="bb870bcc-c8b6-4410-9ff3-516d7c591ffe" providerId="ADAL" clId="{56C6057D-38A0-4C91-B079-ED327B1D2198}" dt="2025-03-18T18:05:46.637" v="3036" actId="47"/>
        <pc:sldMkLst>
          <pc:docMk/>
          <pc:sldMk cId="1781000012" sldId="933"/>
        </pc:sldMkLst>
      </pc:sldChg>
      <pc:sldChg chg="del">
        <pc:chgData name="Lisa Rehurek | The RFP Success Company" userId="bb870bcc-c8b6-4410-9ff3-516d7c591ffe" providerId="ADAL" clId="{56C6057D-38A0-4C91-B079-ED327B1D2198}" dt="2025-03-18T18:05:56.299" v="3037" actId="47"/>
        <pc:sldMkLst>
          <pc:docMk/>
          <pc:sldMk cId="3891761855" sldId="934"/>
        </pc:sldMkLst>
      </pc:sldChg>
      <pc:sldChg chg="del">
        <pc:chgData name="Lisa Rehurek | The RFP Success Company" userId="bb870bcc-c8b6-4410-9ff3-516d7c591ffe" providerId="ADAL" clId="{56C6057D-38A0-4C91-B079-ED327B1D2198}" dt="2025-03-18T17:41:13.179" v="2372" actId="2696"/>
        <pc:sldMkLst>
          <pc:docMk/>
          <pc:sldMk cId="1275793057" sldId="935"/>
        </pc:sldMkLst>
      </pc:sldChg>
      <pc:sldChg chg="addSp delSp modSp add mod">
        <pc:chgData name="Lisa Rehurek | The RFP Success Company" userId="bb870bcc-c8b6-4410-9ff3-516d7c591ffe" providerId="ADAL" clId="{56C6057D-38A0-4C91-B079-ED327B1D2198}" dt="2025-03-18T17:45:38.191" v="2522"/>
        <pc:sldMkLst>
          <pc:docMk/>
          <pc:sldMk cId="1879484957" sldId="935"/>
        </pc:sldMkLst>
        <pc:spChg chg="del">
          <ac:chgData name="Lisa Rehurek | The RFP Success Company" userId="bb870bcc-c8b6-4410-9ff3-516d7c591ffe" providerId="ADAL" clId="{56C6057D-38A0-4C91-B079-ED327B1D2198}" dt="2025-03-18T17:45:37.540" v="2521" actId="478"/>
          <ac:spMkLst>
            <pc:docMk/>
            <pc:sldMk cId="1879484957" sldId="935"/>
            <ac:spMk id="4" creationId="{C9EED173-6343-CB00-75E6-4A44FC9CC85D}"/>
          </ac:spMkLst>
        </pc:spChg>
        <pc:spChg chg="add mod">
          <ac:chgData name="Lisa Rehurek | The RFP Success Company" userId="bb870bcc-c8b6-4410-9ff3-516d7c591ffe" providerId="ADAL" clId="{56C6057D-38A0-4C91-B079-ED327B1D2198}" dt="2025-03-18T17:45:38.191" v="2522"/>
          <ac:spMkLst>
            <pc:docMk/>
            <pc:sldMk cId="1879484957" sldId="935"/>
            <ac:spMk id="6" creationId="{D4BCEB7E-D6C3-621F-2FED-C5F1C4BA11AC}"/>
          </ac:spMkLst>
        </pc:spChg>
      </pc:sldChg>
      <pc:sldChg chg="del">
        <pc:chgData name="Lisa Rehurek | The RFP Success Company" userId="bb870bcc-c8b6-4410-9ff3-516d7c591ffe" providerId="ADAL" clId="{56C6057D-38A0-4C91-B079-ED327B1D2198}" dt="2025-03-18T18:01:13.738" v="2916" actId="47"/>
        <pc:sldMkLst>
          <pc:docMk/>
          <pc:sldMk cId="368562658" sldId="936"/>
        </pc:sldMkLst>
      </pc:sldChg>
      <pc:sldChg chg="del">
        <pc:chgData name="Lisa Rehurek | The RFP Success Company" userId="bb870bcc-c8b6-4410-9ff3-516d7c591ffe" providerId="ADAL" clId="{56C6057D-38A0-4C91-B079-ED327B1D2198}" dt="2025-03-18T18:05:37.308" v="3035" actId="47"/>
        <pc:sldMkLst>
          <pc:docMk/>
          <pc:sldMk cId="2585977889" sldId="937"/>
        </pc:sldMkLst>
      </pc:sldChg>
      <pc:sldChg chg="modSp add del mod modNotesTx">
        <pc:chgData name="Lisa Rehurek | The RFP Success Company" userId="bb870bcc-c8b6-4410-9ff3-516d7c591ffe" providerId="ADAL" clId="{56C6057D-38A0-4C91-B079-ED327B1D2198}" dt="2025-03-18T17:38:55.414" v="2362" actId="47"/>
        <pc:sldMkLst>
          <pc:docMk/>
          <pc:sldMk cId="1316696568" sldId="938"/>
        </pc:sldMkLst>
        <pc:spChg chg="mod">
          <ac:chgData name="Lisa Rehurek | The RFP Success Company" userId="bb870bcc-c8b6-4410-9ff3-516d7c591ffe" providerId="ADAL" clId="{56C6057D-38A0-4C91-B079-ED327B1D2198}" dt="2025-03-18T17:04:54.432" v="161" actId="20577"/>
          <ac:spMkLst>
            <pc:docMk/>
            <pc:sldMk cId="1316696568" sldId="938"/>
            <ac:spMk id="2" creationId="{DEE5638F-0A73-3A79-1143-E3FD842AA913}"/>
          </ac:spMkLst>
        </pc:spChg>
        <pc:spChg chg="mod">
          <ac:chgData name="Lisa Rehurek | The RFP Success Company" userId="bb870bcc-c8b6-4410-9ff3-516d7c591ffe" providerId="ADAL" clId="{56C6057D-38A0-4C91-B079-ED327B1D2198}" dt="2025-03-18T17:04:19.358" v="133" actId="20577"/>
          <ac:spMkLst>
            <pc:docMk/>
            <pc:sldMk cId="1316696568" sldId="938"/>
            <ac:spMk id="27" creationId="{5E1055BE-4EBB-220F-1D93-7B1B2AEE3467}"/>
          </ac:spMkLst>
        </pc:spChg>
        <pc:picChg chg="mod">
          <ac:chgData name="Lisa Rehurek | The RFP Success Company" userId="bb870bcc-c8b6-4410-9ff3-516d7c591ffe" providerId="ADAL" clId="{56C6057D-38A0-4C91-B079-ED327B1D2198}" dt="2025-03-18T17:04:08.297" v="122" actId="1076"/>
          <ac:picMkLst>
            <pc:docMk/>
            <pc:sldMk cId="1316696568" sldId="938"/>
            <ac:picMk id="3" creationId="{22F76B9C-263A-5985-1B90-B184A5A71081}"/>
          </ac:picMkLst>
        </pc:picChg>
      </pc:sldChg>
      <pc:sldChg chg="modSp add del mod modNotesTx">
        <pc:chgData name="Lisa Rehurek | The RFP Success Company" userId="bb870bcc-c8b6-4410-9ff3-516d7c591ffe" providerId="ADAL" clId="{56C6057D-38A0-4C91-B079-ED327B1D2198}" dt="2025-03-18T17:38:55.414" v="2362" actId="47"/>
        <pc:sldMkLst>
          <pc:docMk/>
          <pc:sldMk cId="606893211" sldId="939"/>
        </pc:sldMkLst>
        <pc:spChg chg="mod">
          <ac:chgData name="Lisa Rehurek | The RFP Success Company" userId="bb870bcc-c8b6-4410-9ff3-516d7c591ffe" providerId="ADAL" clId="{56C6057D-38A0-4C91-B079-ED327B1D2198}" dt="2025-03-18T17:06:00.779" v="248" actId="207"/>
          <ac:spMkLst>
            <pc:docMk/>
            <pc:sldMk cId="606893211" sldId="939"/>
            <ac:spMk id="2" creationId="{4604DF4A-6BE3-E63B-901C-3849E904A512}"/>
          </ac:spMkLst>
        </pc:spChg>
      </pc:sldChg>
      <pc:sldChg chg="modSp add del mod modNotesTx">
        <pc:chgData name="Lisa Rehurek | The RFP Success Company" userId="bb870bcc-c8b6-4410-9ff3-516d7c591ffe" providerId="ADAL" clId="{56C6057D-38A0-4C91-B079-ED327B1D2198}" dt="2025-03-18T17:38:55.414" v="2362" actId="47"/>
        <pc:sldMkLst>
          <pc:docMk/>
          <pc:sldMk cId="3251850911" sldId="940"/>
        </pc:sldMkLst>
        <pc:spChg chg="mod">
          <ac:chgData name="Lisa Rehurek | The RFP Success Company" userId="bb870bcc-c8b6-4410-9ff3-516d7c591ffe" providerId="ADAL" clId="{56C6057D-38A0-4C91-B079-ED327B1D2198}" dt="2025-03-18T17:06:37.925" v="285" actId="207"/>
          <ac:spMkLst>
            <pc:docMk/>
            <pc:sldMk cId="3251850911" sldId="940"/>
            <ac:spMk id="2" creationId="{80C3CAC7-64E2-D5AD-3E78-0521F65E58F9}"/>
          </ac:spMkLst>
        </pc:spChg>
      </pc:sldChg>
      <pc:sldChg chg="add del modNotesTx">
        <pc:chgData name="Lisa Rehurek | The RFP Success Company" userId="bb870bcc-c8b6-4410-9ff3-516d7c591ffe" providerId="ADAL" clId="{56C6057D-38A0-4C91-B079-ED327B1D2198}" dt="2025-03-18T17:14:07.946" v="612" actId="47"/>
        <pc:sldMkLst>
          <pc:docMk/>
          <pc:sldMk cId="6938713" sldId="941"/>
        </pc:sldMkLst>
      </pc:sldChg>
      <pc:sldChg chg="add del">
        <pc:chgData name="Lisa Rehurek | The RFP Success Company" userId="bb870bcc-c8b6-4410-9ff3-516d7c591ffe" providerId="ADAL" clId="{56C6057D-38A0-4C91-B079-ED327B1D2198}" dt="2025-03-18T17:07:30.538" v="293" actId="47"/>
        <pc:sldMkLst>
          <pc:docMk/>
          <pc:sldMk cId="1302468892" sldId="942"/>
        </pc:sldMkLst>
      </pc:sldChg>
      <pc:sldChg chg="add del">
        <pc:chgData name="Lisa Rehurek | The RFP Success Company" userId="bb870bcc-c8b6-4410-9ff3-516d7c591ffe" providerId="ADAL" clId="{56C6057D-38A0-4C91-B079-ED327B1D2198}" dt="2025-03-18T17:07:30.538" v="293" actId="47"/>
        <pc:sldMkLst>
          <pc:docMk/>
          <pc:sldMk cId="1478477260" sldId="943"/>
        </pc:sldMkLst>
      </pc:sldChg>
      <pc:sldChg chg="add del">
        <pc:chgData name="Lisa Rehurek | The RFP Success Company" userId="bb870bcc-c8b6-4410-9ff3-516d7c591ffe" providerId="ADAL" clId="{56C6057D-38A0-4C91-B079-ED327B1D2198}" dt="2025-03-18T17:07:30.538" v="293" actId="47"/>
        <pc:sldMkLst>
          <pc:docMk/>
          <pc:sldMk cId="2490546625" sldId="944"/>
        </pc:sldMkLst>
      </pc:sldChg>
      <pc:sldChg chg="add del">
        <pc:chgData name="Lisa Rehurek | The RFP Success Company" userId="bb870bcc-c8b6-4410-9ff3-516d7c591ffe" providerId="ADAL" clId="{56C6057D-38A0-4C91-B079-ED327B1D2198}" dt="2025-03-18T17:07:30.538" v="293" actId="47"/>
        <pc:sldMkLst>
          <pc:docMk/>
          <pc:sldMk cId="189860961" sldId="945"/>
        </pc:sldMkLst>
      </pc:sldChg>
      <pc:sldChg chg="add del">
        <pc:chgData name="Lisa Rehurek | The RFP Success Company" userId="bb870bcc-c8b6-4410-9ff3-516d7c591ffe" providerId="ADAL" clId="{56C6057D-38A0-4C91-B079-ED327B1D2198}" dt="2025-03-18T17:07:30.538" v="293" actId="47"/>
        <pc:sldMkLst>
          <pc:docMk/>
          <pc:sldMk cId="2035143027" sldId="946"/>
        </pc:sldMkLst>
      </pc:sldChg>
      <pc:sldChg chg="add del">
        <pc:chgData name="Lisa Rehurek | The RFP Success Company" userId="bb870bcc-c8b6-4410-9ff3-516d7c591ffe" providerId="ADAL" clId="{56C6057D-38A0-4C91-B079-ED327B1D2198}" dt="2025-03-18T17:07:30.538" v="293" actId="47"/>
        <pc:sldMkLst>
          <pc:docMk/>
          <pc:sldMk cId="2448221346" sldId="947"/>
        </pc:sldMkLst>
      </pc:sldChg>
      <pc:sldChg chg="modSp add del mod modNotesTx">
        <pc:chgData name="Lisa Rehurek | The RFP Success Company" userId="bb870bcc-c8b6-4410-9ff3-516d7c591ffe" providerId="ADAL" clId="{56C6057D-38A0-4C91-B079-ED327B1D2198}" dt="2025-03-18T17:38:55.414" v="2362" actId="47"/>
        <pc:sldMkLst>
          <pc:docMk/>
          <pc:sldMk cId="963161892" sldId="948"/>
        </pc:sldMkLst>
        <pc:spChg chg="mod">
          <ac:chgData name="Lisa Rehurek | The RFP Success Company" userId="bb870bcc-c8b6-4410-9ff3-516d7c591ffe" providerId="ADAL" clId="{56C6057D-38A0-4C91-B079-ED327B1D2198}" dt="2025-03-18T17:07:49.276" v="314" actId="207"/>
          <ac:spMkLst>
            <pc:docMk/>
            <pc:sldMk cId="963161892" sldId="948"/>
            <ac:spMk id="2" creationId="{2D388377-457C-3044-0537-D91BBC10F764}"/>
          </ac:spMkLst>
        </pc:spChg>
      </pc:sldChg>
      <pc:sldChg chg="modSp add del mod modNotesTx">
        <pc:chgData name="Lisa Rehurek | The RFP Success Company" userId="bb870bcc-c8b6-4410-9ff3-516d7c591ffe" providerId="ADAL" clId="{56C6057D-38A0-4C91-B079-ED327B1D2198}" dt="2025-03-18T17:38:55.414" v="2362" actId="47"/>
        <pc:sldMkLst>
          <pc:docMk/>
          <pc:sldMk cId="1113453553" sldId="949"/>
        </pc:sldMkLst>
        <pc:spChg chg="mod">
          <ac:chgData name="Lisa Rehurek | The RFP Success Company" userId="bb870bcc-c8b6-4410-9ff3-516d7c591ffe" providerId="ADAL" clId="{56C6057D-38A0-4C91-B079-ED327B1D2198}" dt="2025-03-18T17:08:48.774" v="360" actId="207"/>
          <ac:spMkLst>
            <pc:docMk/>
            <pc:sldMk cId="1113453553" sldId="949"/>
            <ac:spMk id="2" creationId="{1A16FBAB-A0FC-B836-B3EF-C013D3E5CC34}"/>
          </ac:spMkLst>
        </pc:spChg>
      </pc:sldChg>
      <pc:sldChg chg="add del">
        <pc:chgData name="Lisa Rehurek | The RFP Success Company" userId="bb870bcc-c8b6-4410-9ff3-516d7c591ffe" providerId="ADAL" clId="{56C6057D-38A0-4C91-B079-ED327B1D2198}" dt="2025-03-18T17:07:17.591" v="291"/>
        <pc:sldMkLst>
          <pc:docMk/>
          <pc:sldMk cId="4219843154" sldId="949"/>
        </pc:sldMkLst>
      </pc:sldChg>
      <pc:sldChg chg="modSp add del mod modNotesTx">
        <pc:chgData name="Lisa Rehurek | The RFP Success Company" userId="bb870bcc-c8b6-4410-9ff3-516d7c591ffe" providerId="ADAL" clId="{56C6057D-38A0-4C91-B079-ED327B1D2198}" dt="2025-03-18T17:38:55.414" v="2362" actId="47"/>
        <pc:sldMkLst>
          <pc:docMk/>
          <pc:sldMk cId="3290570469" sldId="950"/>
        </pc:sldMkLst>
        <pc:spChg chg="mod">
          <ac:chgData name="Lisa Rehurek | The RFP Success Company" userId="bb870bcc-c8b6-4410-9ff3-516d7c591ffe" providerId="ADAL" clId="{56C6057D-38A0-4C91-B079-ED327B1D2198}" dt="2025-03-18T17:12:03.958" v="540" actId="20577"/>
          <ac:spMkLst>
            <pc:docMk/>
            <pc:sldMk cId="3290570469" sldId="950"/>
            <ac:spMk id="2" creationId="{4812764A-F4EF-0639-CA1B-5FB2A4ADCEC8}"/>
          </ac:spMkLst>
        </pc:spChg>
      </pc:sldChg>
      <pc:sldChg chg="modSp add del mod">
        <pc:chgData name="Lisa Rehurek | The RFP Success Company" userId="bb870bcc-c8b6-4410-9ff3-516d7c591ffe" providerId="ADAL" clId="{56C6057D-38A0-4C91-B079-ED327B1D2198}" dt="2025-03-18T17:38:55.414" v="2362" actId="47"/>
        <pc:sldMkLst>
          <pc:docMk/>
          <pc:sldMk cId="222583361" sldId="951"/>
        </pc:sldMkLst>
        <pc:spChg chg="mod">
          <ac:chgData name="Lisa Rehurek | The RFP Success Company" userId="bb870bcc-c8b6-4410-9ff3-516d7c591ffe" providerId="ADAL" clId="{56C6057D-38A0-4C91-B079-ED327B1D2198}" dt="2025-03-18T17:11:58.447" v="534" actId="20577"/>
          <ac:spMkLst>
            <pc:docMk/>
            <pc:sldMk cId="222583361" sldId="951"/>
            <ac:spMk id="2" creationId="{E4215B46-A775-6C22-6913-4145EC81E769}"/>
          </ac:spMkLst>
        </pc:spChg>
      </pc:sldChg>
      <pc:sldChg chg="modSp add del mod modNotesTx">
        <pc:chgData name="Lisa Rehurek | The RFP Success Company" userId="bb870bcc-c8b6-4410-9ff3-516d7c591ffe" providerId="ADAL" clId="{56C6057D-38A0-4C91-B079-ED327B1D2198}" dt="2025-03-18T17:38:55.414" v="2362" actId="47"/>
        <pc:sldMkLst>
          <pc:docMk/>
          <pc:sldMk cId="1254457220" sldId="952"/>
        </pc:sldMkLst>
        <pc:spChg chg="mod">
          <ac:chgData name="Lisa Rehurek | The RFP Success Company" userId="bb870bcc-c8b6-4410-9ff3-516d7c591ffe" providerId="ADAL" clId="{56C6057D-38A0-4C91-B079-ED327B1D2198}" dt="2025-03-18T17:12:16.991" v="541" actId="20577"/>
          <ac:spMkLst>
            <pc:docMk/>
            <pc:sldMk cId="1254457220" sldId="952"/>
            <ac:spMk id="2" creationId="{24015C2C-17F7-E49D-2B0B-D24A4EF7BB04}"/>
          </ac:spMkLst>
        </pc:spChg>
      </pc:sldChg>
      <pc:sldChg chg="modSp add del mod modNotesTx">
        <pc:chgData name="Lisa Rehurek | The RFP Success Company" userId="bb870bcc-c8b6-4410-9ff3-516d7c591ffe" providerId="ADAL" clId="{56C6057D-38A0-4C91-B079-ED327B1D2198}" dt="2025-03-18T17:38:55.414" v="2362" actId="47"/>
        <pc:sldMkLst>
          <pc:docMk/>
          <pc:sldMk cId="1922052106" sldId="953"/>
        </pc:sldMkLst>
        <pc:spChg chg="mod">
          <ac:chgData name="Lisa Rehurek | The RFP Success Company" userId="bb870bcc-c8b6-4410-9ff3-516d7c591ffe" providerId="ADAL" clId="{56C6057D-38A0-4C91-B079-ED327B1D2198}" dt="2025-03-18T17:13:52.254" v="608" actId="27636"/>
          <ac:spMkLst>
            <pc:docMk/>
            <pc:sldMk cId="1922052106" sldId="953"/>
            <ac:spMk id="2" creationId="{58EE2D72-39CC-DD0D-7F13-328BAB069510}"/>
          </ac:spMkLst>
        </pc:spChg>
      </pc:sldChg>
      <pc:sldChg chg="modSp add del mod modNotesTx">
        <pc:chgData name="Lisa Rehurek | The RFP Success Company" userId="bb870bcc-c8b6-4410-9ff3-516d7c591ffe" providerId="ADAL" clId="{56C6057D-38A0-4C91-B079-ED327B1D2198}" dt="2025-03-18T17:38:55.414" v="2362" actId="47"/>
        <pc:sldMkLst>
          <pc:docMk/>
          <pc:sldMk cId="1705506689" sldId="954"/>
        </pc:sldMkLst>
        <pc:spChg chg="mod">
          <ac:chgData name="Lisa Rehurek | The RFP Success Company" userId="bb870bcc-c8b6-4410-9ff3-516d7c591ffe" providerId="ADAL" clId="{56C6057D-38A0-4C91-B079-ED327B1D2198}" dt="2025-03-18T17:14:01.275" v="611" actId="1076"/>
          <ac:spMkLst>
            <pc:docMk/>
            <pc:sldMk cId="1705506689" sldId="954"/>
            <ac:spMk id="2" creationId="{A72B5A3C-7A82-5232-3C13-BCD2327D8C91}"/>
          </ac:spMkLst>
        </pc:spChg>
      </pc:sldChg>
      <pc:sldChg chg="modSp add del mod ord modNotesTx">
        <pc:chgData name="Lisa Rehurek | The RFP Success Company" userId="bb870bcc-c8b6-4410-9ff3-516d7c591ffe" providerId="ADAL" clId="{56C6057D-38A0-4C91-B079-ED327B1D2198}" dt="2025-03-18T17:38:55.414" v="2362" actId="47"/>
        <pc:sldMkLst>
          <pc:docMk/>
          <pc:sldMk cId="4144516251" sldId="955"/>
        </pc:sldMkLst>
        <pc:spChg chg="mod">
          <ac:chgData name="Lisa Rehurek | The RFP Success Company" userId="bb870bcc-c8b6-4410-9ff3-516d7c591ffe" providerId="ADAL" clId="{56C6057D-38A0-4C91-B079-ED327B1D2198}" dt="2025-03-18T17:14:27.241" v="630" actId="20577"/>
          <ac:spMkLst>
            <pc:docMk/>
            <pc:sldMk cId="4144516251" sldId="955"/>
            <ac:spMk id="8" creationId="{9565C08D-D6CF-5945-B859-A055D599F548}"/>
          </ac:spMkLst>
        </pc:spChg>
      </pc:sldChg>
      <pc:sldChg chg="modSp add mod modNotesTx">
        <pc:chgData name="Lisa Rehurek | The RFP Success Company" userId="bb870bcc-c8b6-4410-9ff3-516d7c591ffe" providerId="ADAL" clId="{56C6057D-38A0-4C91-B079-ED327B1D2198}" dt="2025-03-18T18:38:52.677" v="3335" actId="20577"/>
        <pc:sldMkLst>
          <pc:docMk/>
          <pc:sldMk cId="2323677807" sldId="956"/>
        </pc:sldMkLst>
        <pc:spChg chg="mod">
          <ac:chgData name="Lisa Rehurek | The RFP Success Company" userId="bb870bcc-c8b6-4410-9ff3-516d7c591ffe" providerId="ADAL" clId="{56C6057D-38A0-4C91-B079-ED327B1D2198}" dt="2025-03-18T17:17:51.908" v="969" actId="20577"/>
          <ac:spMkLst>
            <pc:docMk/>
            <pc:sldMk cId="2323677807" sldId="956"/>
            <ac:spMk id="2" creationId="{3859E94A-F647-F138-E615-78146FFEA84D}"/>
          </ac:spMkLst>
        </pc:spChg>
        <pc:spChg chg="mod">
          <ac:chgData name="Lisa Rehurek | The RFP Success Company" userId="bb870bcc-c8b6-4410-9ff3-516d7c591ffe" providerId="ADAL" clId="{56C6057D-38A0-4C91-B079-ED327B1D2198}" dt="2025-03-18T17:17:10.745" v="938" actId="20577"/>
          <ac:spMkLst>
            <pc:docMk/>
            <pc:sldMk cId="2323677807" sldId="956"/>
            <ac:spMk id="27" creationId="{D1D0E21D-8013-5815-F612-DC1171B86E6F}"/>
          </ac:spMkLst>
        </pc:spChg>
      </pc:sldChg>
      <pc:sldChg chg="modSp add mod">
        <pc:chgData name="Lisa Rehurek | The RFP Success Company" userId="bb870bcc-c8b6-4410-9ff3-516d7c591ffe" providerId="ADAL" clId="{56C6057D-38A0-4C91-B079-ED327B1D2198}" dt="2025-03-18T17:16:27.047" v="726" actId="6549"/>
        <pc:sldMkLst>
          <pc:docMk/>
          <pc:sldMk cId="153976167" sldId="957"/>
        </pc:sldMkLst>
        <pc:spChg chg="mod">
          <ac:chgData name="Lisa Rehurek | The RFP Success Company" userId="bb870bcc-c8b6-4410-9ff3-516d7c591ffe" providerId="ADAL" clId="{56C6057D-38A0-4C91-B079-ED327B1D2198}" dt="2025-03-18T17:16:27.047" v="726" actId="6549"/>
          <ac:spMkLst>
            <pc:docMk/>
            <pc:sldMk cId="153976167" sldId="957"/>
            <ac:spMk id="8" creationId="{8016E927-BD8D-2781-56FF-63A69D4542F0}"/>
          </ac:spMkLst>
        </pc:spChg>
      </pc:sldChg>
      <pc:sldChg chg="add del">
        <pc:chgData name="Lisa Rehurek | The RFP Success Company" userId="bb870bcc-c8b6-4410-9ff3-516d7c591ffe" providerId="ADAL" clId="{56C6057D-38A0-4C91-B079-ED327B1D2198}" dt="2025-03-18T17:30:04.125" v="1533" actId="47"/>
        <pc:sldMkLst>
          <pc:docMk/>
          <pc:sldMk cId="692936876" sldId="958"/>
        </pc:sldMkLst>
      </pc:sldChg>
      <pc:sldChg chg="modSp add mod modNotesTx">
        <pc:chgData name="Lisa Rehurek | The RFP Success Company" userId="bb870bcc-c8b6-4410-9ff3-516d7c591ffe" providerId="ADAL" clId="{56C6057D-38A0-4C91-B079-ED327B1D2198}" dt="2025-03-18T17:42:32.021" v="2429" actId="5793"/>
        <pc:sldMkLst>
          <pc:docMk/>
          <pc:sldMk cId="2186775762" sldId="959"/>
        </pc:sldMkLst>
        <pc:spChg chg="mod">
          <ac:chgData name="Lisa Rehurek | The RFP Success Company" userId="bb870bcc-c8b6-4410-9ff3-516d7c591ffe" providerId="ADAL" clId="{56C6057D-38A0-4C91-B079-ED327B1D2198}" dt="2025-03-18T17:42:32.021" v="2429" actId="5793"/>
          <ac:spMkLst>
            <pc:docMk/>
            <pc:sldMk cId="2186775762" sldId="959"/>
            <ac:spMk id="2" creationId="{5E44B43C-F027-2AEF-2812-E81ED2CA4C9D}"/>
          </ac:spMkLst>
        </pc:spChg>
      </pc:sldChg>
      <pc:sldChg chg="modSp add mod modNotesTx">
        <pc:chgData name="Lisa Rehurek | The RFP Success Company" userId="bb870bcc-c8b6-4410-9ff3-516d7c591ffe" providerId="ADAL" clId="{56C6057D-38A0-4C91-B079-ED327B1D2198}" dt="2025-03-18T17:42:45.958" v="2438" actId="20577"/>
        <pc:sldMkLst>
          <pc:docMk/>
          <pc:sldMk cId="759633327" sldId="960"/>
        </pc:sldMkLst>
        <pc:spChg chg="mod">
          <ac:chgData name="Lisa Rehurek | The RFP Success Company" userId="bb870bcc-c8b6-4410-9ff3-516d7c591ffe" providerId="ADAL" clId="{56C6057D-38A0-4C91-B079-ED327B1D2198}" dt="2025-03-18T17:42:45.958" v="2438" actId="20577"/>
          <ac:spMkLst>
            <pc:docMk/>
            <pc:sldMk cId="759633327" sldId="960"/>
            <ac:spMk id="2" creationId="{2DD2B713-53A4-0F86-8623-3471B87911F1}"/>
          </ac:spMkLst>
        </pc:spChg>
      </pc:sldChg>
      <pc:sldChg chg="modSp add mod modNotesTx">
        <pc:chgData name="Lisa Rehurek | The RFP Success Company" userId="bb870bcc-c8b6-4410-9ff3-516d7c591ffe" providerId="ADAL" clId="{56C6057D-38A0-4C91-B079-ED327B1D2198}" dt="2025-03-18T18:39:22.466" v="3350" actId="14100"/>
        <pc:sldMkLst>
          <pc:docMk/>
          <pc:sldMk cId="1538656332" sldId="961"/>
        </pc:sldMkLst>
        <pc:spChg chg="mod">
          <ac:chgData name="Lisa Rehurek | The RFP Success Company" userId="bb870bcc-c8b6-4410-9ff3-516d7c591ffe" providerId="ADAL" clId="{56C6057D-38A0-4C91-B079-ED327B1D2198}" dt="2025-03-18T18:39:22.466" v="3350" actId="14100"/>
          <ac:spMkLst>
            <pc:docMk/>
            <pc:sldMk cId="1538656332" sldId="961"/>
            <ac:spMk id="2" creationId="{1575BF6B-1D26-B864-5B52-F39873506116}"/>
          </ac:spMkLst>
        </pc:spChg>
      </pc:sldChg>
      <pc:sldChg chg="modSp add mod modNotesTx">
        <pc:chgData name="Lisa Rehurek | The RFP Success Company" userId="bb870bcc-c8b6-4410-9ff3-516d7c591ffe" providerId="ADAL" clId="{56C6057D-38A0-4C91-B079-ED327B1D2198}" dt="2025-03-18T18:39:29.282" v="3365" actId="20577"/>
        <pc:sldMkLst>
          <pc:docMk/>
          <pc:sldMk cId="2757505278" sldId="962"/>
        </pc:sldMkLst>
        <pc:spChg chg="mod">
          <ac:chgData name="Lisa Rehurek | The RFP Success Company" userId="bb870bcc-c8b6-4410-9ff3-516d7c591ffe" providerId="ADAL" clId="{56C6057D-38A0-4C91-B079-ED327B1D2198}" dt="2025-03-18T18:39:29.282" v="3365" actId="20577"/>
          <ac:spMkLst>
            <pc:docMk/>
            <pc:sldMk cId="2757505278" sldId="962"/>
            <ac:spMk id="2" creationId="{8C7D0426-9090-2E12-B2AA-ED3F3CD270A1}"/>
          </ac:spMkLst>
        </pc:spChg>
      </pc:sldChg>
      <pc:sldChg chg="modSp add mod modNotesTx">
        <pc:chgData name="Lisa Rehurek | The RFP Success Company" userId="bb870bcc-c8b6-4410-9ff3-516d7c591ffe" providerId="ADAL" clId="{56C6057D-38A0-4C91-B079-ED327B1D2198}" dt="2025-03-18T18:39:36.845" v="3368" actId="14100"/>
        <pc:sldMkLst>
          <pc:docMk/>
          <pc:sldMk cId="1095687401" sldId="963"/>
        </pc:sldMkLst>
        <pc:spChg chg="mod">
          <ac:chgData name="Lisa Rehurek | The RFP Success Company" userId="bb870bcc-c8b6-4410-9ff3-516d7c591ffe" providerId="ADAL" clId="{56C6057D-38A0-4C91-B079-ED327B1D2198}" dt="2025-03-18T18:39:36.845" v="3368" actId="14100"/>
          <ac:spMkLst>
            <pc:docMk/>
            <pc:sldMk cId="1095687401" sldId="963"/>
            <ac:spMk id="2" creationId="{A3D69BF5-35AA-8891-292C-A7C4D4F81134}"/>
          </ac:spMkLst>
        </pc:spChg>
      </pc:sldChg>
      <pc:sldChg chg="modSp add mod modNotesTx">
        <pc:chgData name="Lisa Rehurek | The RFP Success Company" userId="bb870bcc-c8b6-4410-9ff3-516d7c591ffe" providerId="ADAL" clId="{56C6057D-38A0-4C91-B079-ED327B1D2198}" dt="2025-03-18T18:39:42.154" v="3371"/>
        <pc:sldMkLst>
          <pc:docMk/>
          <pc:sldMk cId="4002919841" sldId="964"/>
        </pc:sldMkLst>
        <pc:spChg chg="mod">
          <ac:chgData name="Lisa Rehurek | The RFP Success Company" userId="bb870bcc-c8b6-4410-9ff3-516d7c591ffe" providerId="ADAL" clId="{56C6057D-38A0-4C91-B079-ED327B1D2198}" dt="2025-03-18T18:39:42.154" v="3371"/>
          <ac:spMkLst>
            <pc:docMk/>
            <pc:sldMk cId="4002919841" sldId="964"/>
            <ac:spMk id="2" creationId="{FD967317-7933-44F4-7FB2-04EE1F16C1A1}"/>
          </ac:spMkLst>
        </pc:spChg>
      </pc:sldChg>
      <pc:sldChg chg="modSp add mod modNotesTx">
        <pc:chgData name="Lisa Rehurek | The RFP Success Company" userId="bb870bcc-c8b6-4410-9ff3-516d7c591ffe" providerId="ADAL" clId="{56C6057D-38A0-4C91-B079-ED327B1D2198}" dt="2025-03-18T18:39:46.460" v="3374" actId="27636"/>
        <pc:sldMkLst>
          <pc:docMk/>
          <pc:sldMk cId="3867232217" sldId="965"/>
        </pc:sldMkLst>
        <pc:spChg chg="mod">
          <ac:chgData name="Lisa Rehurek | The RFP Success Company" userId="bb870bcc-c8b6-4410-9ff3-516d7c591ffe" providerId="ADAL" clId="{56C6057D-38A0-4C91-B079-ED327B1D2198}" dt="2025-03-18T18:39:46.460" v="3374" actId="27636"/>
          <ac:spMkLst>
            <pc:docMk/>
            <pc:sldMk cId="3867232217" sldId="965"/>
            <ac:spMk id="2" creationId="{C5949678-AB4C-612E-A8D4-36A1924D2CF9}"/>
          </ac:spMkLst>
        </pc:spChg>
      </pc:sldChg>
      <pc:sldChg chg="modSp add mod modNotesTx">
        <pc:chgData name="Lisa Rehurek | The RFP Success Company" userId="bb870bcc-c8b6-4410-9ff3-516d7c591ffe" providerId="ADAL" clId="{56C6057D-38A0-4C91-B079-ED327B1D2198}" dt="2025-03-18T18:39:49.941" v="3376"/>
        <pc:sldMkLst>
          <pc:docMk/>
          <pc:sldMk cId="3488469178" sldId="966"/>
        </pc:sldMkLst>
        <pc:spChg chg="mod">
          <ac:chgData name="Lisa Rehurek | The RFP Success Company" userId="bb870bcc-c8b6-4410-9ff3-516d7c591ffe" providerId="ADAL" clId="{56C6057D-38A0-4C91-B079-ED327B1D2198}" dt="2025-03-18T18:39:49.941" v="3376"/>
          <ac:spMkLst>
            <pc:docMk/>
            <pc:sldMk cId="3488469178" sldId="966"/>
            <ac:spMk id="2" creationId="{F76EADA1-E49B-46A4-31C2-E0B202C63194}"/>
          </ac:spMkLst>
        </pc:spChg>
      </pc:sldChg>
      <pc:sldChg chg="modSp add mod modNotesTx">
        <pc:chgData name="Lisa Rehurek | The RFP Success Company" userId="bb870bcc-c8b6-4410-9ff3-516d7c591ffe" providerId="ADAL" clId="{56C6057D-38A0-4C91-B079-ED327B1D2198}" dt="2025-03-18T18:39:53.306" v="3378"/>
        <pc:sldMkLst>
          <pc:docMk/>
          <pc:sldMk cId="2757811420" sldId="967"/>
        </pc:sldMkLst>
        <pc:spChg chg="mod">
          <ac:chgData name="Lisa Rehurek | The RFP Success Company" userId="bb870bcc-c8b6-4410-9ff3-516d7c591ffe" providerId="ADAL" clId="{56C6057D-38A0-4C91-B079-ED327B1D2198}" dt="2025-03-18T18:39:53.306" v="3378"/>
          <ac:spMkLst>
            <pc:docMk/>
            <pc:sldMk cId="2757811420" sldId="967"/>
            <ac:spMk id="2" creationId="{E724E6F3-C4CC-CC33-55EF-418B6BB51E57}"/>
          </ac:spMkLst>
        </pc:spChg>
      </pc:sldChg>
      <pc:sldChg chg="modSp add mod modNotesTx">
        <pc:chgData name="Lisa Rehurek | The RFP Success Company" userId="bb870bcc-c8b6-4410-9ff3-516d7c591ffe" providerId="ADAL" clId="{56C6057D-38A0-4C91-B079-ED327B1D2198}" dt="2025-03-18T17:40:17.536" v="2363" actId="6549"/>
        <pc:sldMkLst>
          <pc:docMk/>
          <pc:sldMk cId="786220318" sldId="968"/>
        </pc:sldMkLst>
        <pc:spChg chg="mod">
          <ac:chgData name="Lisa Rehurek | The RFP Success Company" userId="bb870bcc-c8b6-4410-9ff3-516d7c591ffe" providerId="ADAL" clId="{56C6057D-38A0-4C91-B079-ED327B1D2198}" dt="2025-03-18T17:29:57.491" v="1532" actId="12"/>
          <ac:spMkLst>
            <pc:docMk/>
            <pc:sldMk cId="786220318" sldId="968"/>
            <ac:spMk id="2" creationId="{0B86570B-051E-AC88-7AB5-89750F7DD553}"/>
          </ac:spMkLst>
        </pc:spChg>
        <pc:spChg chg="mod">
          <ac:chgData name="Lisa Rehurek | The RFP Success Company" userId="bb870bcc-c8b6-4410-9ff3-516d7c591ffe" providerId="ADAL" clId="{56C6057D-38A0-4C91-B079-ED327B1D2198}" dt="2025-03-18T17:22:37.794" v="1499" actId="20577"/>
          <ac:spMkLst>
            <pc:docMk/>
            <pc:sldMk cId="786220318" sldId="968"/>
            <ac:spMk id="27" creationId="{2234D351-7AF7-E5D1-0C71-1627DE471488}"/>
          </ac:spMkLst>
        </pc:spChg>
      </pc:sldChg>
      <pc:sldChg chg="modSp add mod modNotesTx">
        <pc:chgData name="Lisa Rehurek | The RFP Success Company" userId="bb870bcc-c8b6-4410-9ff3-516d7c591ffe" providerId="ADAL" clId="{56C6057D-38A0-4C91-B079-ED327B1D2198}" dt="2025-03-18T17:42:19.018" v="2427" actId="20577"/>
        <pc:sldMkLst>
          <pc:docMk/>
          <pc:sldMk cId="838194381" sldId="969"/>
        </pc:sldMkLst>
        <pc:spChg chg="mod">
          <ac:chgData name="Lisa Rehurek | The RFP Success Company" userId="bb870bcc-c8b6-4410-9ff3-516d7c591ffe" providerId="ADAL" clId="{56C6057D-38A0-4C91-B079-ED327B1D2198}" dt="2025-03-18T17:42:19.018" v="2427" actId="20577"/>
          <ac:spMkLst>
            <pc:docMk/>
            <pc:sldMk cId="838194381" sldId="969"/>
            <ac:spMk id="2" creationId="{EEA8654D-657B-CAE9-CFB4-B4841E22D5DA}"/>
          </ac:spMkLst>
        </pc:spChg>
      </pc:sldChg>
      <pc:sldChg chg="modSp add mod modNotesTx">
        <pc:chgData name="Lisa Rehurek | The RFP Success Company" userId="bb870bcc-c8b6-4410-9ff3-516d7c591ffe" providerId="ADAL" clId="{56C6057D-38A0-4C91-B079-ED327B1D2198}" dt="2025-03-18T17:47:11.544" v="2525"/>
        <pc:sldMkLst>
          <pc:docMk/>
          <pc:sldMk cId="2800954847" sldId="970"/>
        </pc:sldMkLst>
        <pc:spChg chg="mod">
          <ac:chgData name="Lisa Rehurek | The RFP Success Company" userId="bb870bcc-c8b6-4410-9ff3-516d7c591ffe" providerId="ADAL" clId="{56C6057D-38A0-4C91-B079-ED327B1D2198}" dt="2025-03-18T17:36:39.663" v="2344" actId="11"/>
          <ac:spMkLst>
            <pc:docMk/>
            <pc:sldMk cId="2800954847" sldId="970"/>
            <ac:spMk id="2" creationId="{1FE83979-CC2B-300C-E7EE-D3A2A37670AD}"/>
          </ac:spMkLst>
        </pc:spChg>
      </pc:sldChg>
      <pc:sldChg chg="modSp add mod modNotesTx">
        <pc:chgData name="Lisa Rehurek | The RFP Success Company" userId="bb870bcc-c8b6-4410-9ff3-516d7c591ffe" providerId="ADAL" clId="{56C6057D-38A0-4C91-B079-ED327B1D2198}" dt="2025-03-18T18:59:44.946" v="3984" actId="20577"/>
        <pc:sldMkLst>
          <pc:docMk/>
          <pc:sldMk cId="188860316" sldId="971"/>
        </pc:sldMkLst>
        <pc:spChg chg="mod">
          <ac:chgData name="Lisa Rehurek | The RFP Success Company" userId="bb870bcc-c8b6-4410-9ff3-516d7c591ffe" providerId="ADAL" clId="{56C6057D-38A0-4C91-B079-ED327B1D2198}" dt="2025-03-18T18:59:30.274" v="3983" actId="20577"/>
          <ac:spMkLst>
            <pc:docMk/>
            <pc:sldMk cId="188860316" sldId="971"/>
            <ac:spMk id="2" creationId="{A3C076E4-6FA9-842E-12C6-9848D0719A8F}"/>
          </ac:spMkLst>
        </pc:spChg>
      </pc:sldChg>
      <pc:sldChg chg="modSp add mod modNotesTx">
        <pc:chgData name="Lisa Rehurek | The RFP Success Company" userId="bb870bcc-c8b6-4410-9ff3-516d7c591ffe" providerId="ADAL" clId="{56C6057D-38A0-4C91-B079-ED327B1D2198}" dt="2025-03-18T18:43:49.236" v="3680" actId="20577"/>
        <pc:sldMkLst>
          <pc:docMk/>
          <pc:sldMk cId="2749634304" sldId="972"/>
        </pc:sldMkLst>
        <pc:spChg chg="mod">
          <ac:chgData name="Lisa Rehurek | The RFP Success Company" userId="bb870bcc-c8b6-4410-9ff3-516d7c591ffe" providerId="ADAL" clId="{56C6057D-38A0-4C91-B079-ED327B1D2198}" dt="2025-03-18T18:43:49.236" v="3680" actId="20577"/>
          <ac:spMkLst>
            <pc:docMk/>
            <pc:sldMk cId="2749634304" sldId="972"/>
            <ac:spMk id="2" creationId="{D8FD9CFC-FEB6-9E9F-AC0D-B6E9F0A91941}"/>
          </ac:spMkLst>
        </pc:spChg>
      </pc:sldChg>
      <pc:sldChg chg="modSp add mod modNotesTx">
        <pc:chgData name="Lisa Rehurek | The RFP Success Company" userId="bb870bcc-c8b6-4410-9ff3-516d7c591ffe" providerId="ADAL" clId="{56C6057D-38A0-4C91-B079-ED327B1D2198}" dt="2025-03-18T19:07:17.391" v="4313" actId="6549"/>
        <pc:sldMkLst>
          <pc:docMk/>
          <pc:sldMk cId="1418282851" sldId="973"/>
        </pc:sldMkLst>
        <pc:spChg chg="mod">
          <ac:chgData name="Lisa Rehurek | The RFP Success Company" userId="bb870bcc-c8b6-4410-9ff3-516d7c591ffe" providerId="ADAL" clId="{56C6057D-38A0-4C91-B079-ED327B1D2198}" dt="2025-03-18T19:07:17.391" v="4313" actId="6549"/>
          <ac:spMkLst>
            <pc:docMk/>
            <pc:sldMk cId="1418282851" sldId="973"/>
            <ac:spMk id="2" creationId="{5B0B649F-7878-D8FD-0735-7BD9DB779FBD}"/>
          </ac:spMkLst>
        </pc:spChg>
      </pc:sldChg>
      <pc:sldChg chg="modSp add mod modNotesTx">
        <pc:chgData name="Lisa Rehurek | The RFP Success Company" userId="bb870bcc-c8b6-4410-9ff3-516d7c591ffe" providerId="ADAL" clId="{56C6057D-38A0-4C91-B079-ED327B1D2198}" dt="2025-03-18T17:40:43.437" v="2369" actId="6549"/>
        <pc:sldMkLst>
          <pc:docMk/>
          <pc:sldMk cId="3734313706" sldId="974"/>
        </pc:sldMkLst>
        <pc:spChg chg="mod">
          <ac:chgData name="Lisa Rehurek | The RFP Success Company" userId="bb870bcc-c8b6-4410-9ff3-516d7c591ffe" providerId="ADAL" clId="{56C6057D-38A0-4C91-B079-ED327B1D2198}" dt="2025-03-18T17:37:34.428" v="2348" actId="11"/>
          <ac:spMkLst>
            <pc:docMk/>
            <pc:sldMk cId="3734313706" sldId="974"/>
            <ac:spMk id="2" creationId="{2AC96B2E-0B4E-21D3-DBBB-3317520D6C28}"/>
          </ac:spMkLst>
        </pc:spChg>
      </pc:sldChg>
      <pc:sldChg chg="modSp add mod modNotesTx">
        <pc:chgData name="Lisa Rehurek | The RFP Success Company" userId="bb870bcc-c8b6-4410-9ff3-516d7c591ffe" providerId="ADAL" clId="{56C6057D-38A0-4C91-B079-ED327B1D2198}" dt="2025-03-18T17:40:45.858" v="2370" actId="6549"/>
        <pc:sldMkLst>
          <pc:docMk/>
          <pc:sldMk cId="3898315737" sldId="975"/>
        </pc:sldMkLst>
        <pc:spChg chg="mod">
          <ac:chgData name="Lisa Rehurek | The RFP Success Company" userId="bb870bcc-c8b6-4410-9ff3-516d7c591ffe" providerId="ADAL" clId="{56C6057D-38A0-4C91-B079-ED327B1D2198}" dt="2025-03-18T17:37:43.999" v="2349" actId="11"/>
          <ac:spMkLst>
            <pc:docMk/>
            <pc:sldMk cId="3898315737" sldId="975"/>
            <ac:spMk id="2" creationId="{F1396FDA-97F4-14DC-0BB7-1D95C85276A8}"/>
          </ac:spMkLst>
        </pc:spChg>
      </pc:sldChg>
      <pc:sldChg chg="modSp add mod modNotesTx">
        <pc:chgData name="Lisa Rehurek | The RFP Success Company" userId="bb870bcc-c8b6-4410-9ff3-516d7c591ffe" providerId="ADAL" clId="{56C6057D-38A0-4C91-B079-ED327B1D2198}" dt="2025-03-18T17:40:49.211" v="2371" actId="6549"/>
        <pc:sldMkLst>
          <pc:docMk/>
          <pc:sldMk cId="3776069934" sldId="976"/>
        </pc:sldMkLst>
        <pc:spChg chg="mod">
          <ac:chgData name="Lisa Rehurek | The RFP Success Company" userId="bb870bcc-c8b6-4410-9ff3-516d7c591ffe" providerId="ADAL" clId="{56C6057D-38A0-4C91-B079-ED327B1D2198}" dt="2025-03-18T17:37:52.275" v="2350" actId="11"/>
          <ac:spMkLst>
            <pc:docMk/>
            <pc:sldMk cId="3776069934" sldId="976"/>
            <ac:spMk id="2" creationId="{4151534A-079D-A034-C45D-38A2FFDFCFF4}"/>
          </ac:spMkLst>
        </pc:spChg>
      </pc:sldChg>
      <pc:sldChg chg="modSp add mod modNotesTx">
        <pc:chgData name="Lisa Rehurek | The RFP Success Company" userId="bb870bcc-c8b6-4410-9ff3-516d7c591ffe" providerId="ADAL" clId="{56C6057D-38A0-4C91-B079-ED327B1D2198}" dt="2025-03-18T17:38:03.725" v="2351" actId="11"/>
        <pc:sldMkLst>
          <pc:docMk/>
          <pc:sldMk cId="1130855681" sldId="977"/>
        </pc:sldMkLst>
        <pc:spChg chg="mod">
          <ac:chgData name="Lisa Rehurek | The RFP Success Company" userId="bb870bcc-c8b6-4410-9ff3-516d7c591ffe" providerId="ADAL" clId="{56C6057D-38A0-4C91-B079-ED327B1D2198}" dt="2025-03-18T17:38:03.725" v="2351" actId="11"/>
          <ac:spMkLst>
            <pc:docMk/>
            <pc:sldMk cId="1130855681" sldId="977"/>
            <ac:spMk id="2" creationId="{BDBF88AD-F9C4-CB50-1988-46B55567E9DD}"/>
          </ac:spMkLst>
        </pc:spChg>
      </pc:sldChg>
      <pc:sldChg chg="addSp delSp modSp add mod modNotesTx">
        <pc:chgData name="Lisa Rehurek | The RFP Success Company" userId="bb870bcc-c8b6-4410-9ff3-516d7c591ffe" providerId="ADAL" clId="{56C6057D-38A0-4C91-B079-ED327B1D2198}" dt="2025-03-18T18:55:43.616" v="3920" actId="20577"/>
        <pc:sldMkLst>
          <pc:docMk/>
          <pc:sldMk cId="1246651713" sldId="978"/>
        </pc:sldMkLst>
        <pc:spChg chg="del mod">
          <ac:chgData name="Lisa Rehurek | The RFP Success Company" userId="bb870bcc-c8b6-4410-9ff3-516d7c591ffe" providerId="ADAL" clId="{56C6057D-38A0-4C91-B079-ED327B1D2198}" dt="2025-03-18T18:55:14.560" v="3795" actId="478"/>
          <ac:spMkLst>
            <pc:docMk/>
            <pc:sldMk cId="1246651713" sldId="978"/>
            <ac:spMk id="2" creationId="{660A61E0-39D5-A09D-9D4F-2550CA455B0F}"/>
          </ac:spMkLst>
        </pc:spChg>
        <pc:graphicFrameChg chg="add mod">
          <ac:chgData name="Lisa Rehurek | The RFP Success Company" userId="bb870bcc-c8b6-4410-9ff3-516d7c591ffe" providerId="ADAL" clId="{56C6057D-38A0-4C91-B079-ED327B1D2198}" dt="2025-03-18T18:55:06.092" v="3793"/>
          <ac:graphicFrameMkLst>
            <pc:docMk/>
            <pc:sldMk cId="1246651713" sldId="978"/>
            <ac:graphicFrameMk id="4" creationId="{3473011D-B78D-D6D1-40C0-50CA66D18985}"/>
          </ac:graphicFrameMkLst>
        </pc:graphicFrameChg>
        <pc:picChg chg="add">
          <ac:chgData name="Lisa Rehurek | The RFP Success Company" userId="bb870bcc-c8b6-4410-9ff3-516d7c591ffe" providerId="ADAL" clId="{56C6057D-38A0-4C91-B079-ED327B1D2198}" dt="2025-03-18T18:55:09.794" v="3794"/>
          <ac:picMkLst>
            <pc:docMk/>
            <pc:sldMk cId="1246651713" sldId="978"/>
            <ac:picMk id="5" creationId="{5F4ABF8D-C71C-3AA0-64E5-9D825DD6C234}"/>
          </ac:picMkLst>
        </pc:picChg>
      </pc:sldChg>
      <pc:sldChg chg="addSp delSp modSp add mod chgLayout modNotesTx">
        <pc:chgData name="Lisa Rehurek | The RFP Success Company" userId="bb870bcc-c8b6-4410-9ff3-516d7c591ffe" providerId="ADAL" clId="{56C6057D-38A0-4C91-B079-ED327B1D2198}" dt="2025-03-18T18:42:09.491" v="3430" actId="20577"/>
        <pc:sldMkLst>
          <pc:docMk/>
          <pc:sldMk cId="3642950670" sldId="979"/>
        </pc:sldMkLst>
        <pc:spChg chg="mod">
          <ac:chgData name="Lisa Rehurek | The RFP Success Company" userId="bb870bcc-c8b6-4410-9ff3-516d7c591ffe" providerId="ADAL" clId="{56C6057D-38A0-4C91-B079-ED327B1D2198}" dt="2025-03-18T17:47:27.248" v="2544" actId="20577"/>
          <ac:spMkLst>
            <pc:docMk/>
            <pc:sldMk cId="3642950670" sldId="979"/>
            <ac:spMk id="2" creationId="{2B06ACA7-BECD-5B72-4968-99F9C9A21EF6}"/>
          </ac:spMkLst>
        </pc:spChg>
        <pc:spChg chg="del mod ord">
          <ac:chgData name="Lisa Rehurek | The RFP Success Company" userId="bb870bcc-c8b6-4410-9ff3-516d7c591ffe" providerId="ADAL" clId="{56C6057D-38A0-4C91-B079-ED327B1D2198}" dt="2025-03-18T17:47:57.141" v="2551" actId="478"/>
          <ac:spMkLst>
            <pc:docMk/>
            <pc:sldMk cId="3642950670" sldId="979"/>
            <ac:spMk id="3" creationId="{084418FC-5CD6-F75C-9BCA-9A67913B4461}"/>
          </ac:spMkLst>
        </pc:spChg>
        <pc:spChg chg="add del">
          <ac:chgData name="Lisa Rehurek | The RFP Success Company" userId="bb870bcc-c8b6-4410-9ff3-516d7c591ffe" providerId="ADAL" clId="{56C6057D-38A0-4C91-B079-ED327B1D2198}" dt="2025-03-18T17:47:52.374" v="2549" actId="22"/>
          <ac:spMkLst>
            <pc:docMk/>
            <pc:sldMk cId="3642950670" sldId="979"/>
            <ac:spMk id="5" creationId="{69B62F64-8931-43B9-6CC3-F90B95906A7B}"/>
          </ac:spMkLst>
        </pc:spChg>
        <pc:spChg chg="add del mod ord">
          <ac:chgData name="Lisa Rehurek | The RFP Success Company" userId="bb870bcc-c8b6-4410-9ff3-516d7c591ffe" providerId="ADAL" clId="{56C6057D-38A0-4C91-B079-ED327B1D2198}" dt="2025-03-18T17:48:05.453" v="2554" actId="478"/>
          <ac:spMkLst>
            <pc:docMk/>
            <pc:sldMk cId="3642950670" sldId="979"/>
            <ac:spMk id="8" creationId="{4EF74EF8-9EAF-C483-13C7-B298C9C4ABBA}"/>
          </ac:spMkLst>
        </pc:spChg>
        <pc:spChg chg="add mod">
          <ac:chgData name="Lisa Rehurek | The RFP Success Company" userId="bb870bcc-c8b6-4410-9ff3-516d7c591ffe" providerId="ADAL" clId="{56C6057D-38A0-4C91-B079-ED327B1D2198}" dt="2025-03-18T17:49:23.527" v="2586" actId="6549"/>
          <ac:spMkLst>
            <pc:docMk/>
            <pc:sldMk cId="3642950670" sldId="979"/>
            <ac:spMk id="10" creationId="{BDBC9A81-F80D-60A8-5E99-67F022EA0B2F}"/>
          </ac:spMkLst>
        </pc:spChg>
        <pc:picChg chg="del">
          <ac:chgData name="Lisa Rehurek | The RFP Success Company" userId="bb870bcc-c8b6-4410-9ff3-516d7c591ffe" providerId="ADAL" clId="{56C6057D-38A0-4C91-B079-ED327B1D2198}" dt="2025-03-18T17:47:44.691" v="2547" actId="478"/>
          <ac:picMkLst>
            <pc:docMk/>
            <pc:sldMk cId="3642950670" sldId="979"/>
            <ac:picMk id="6" creationId="{20195E42-5135-49FE-84CD-DF4A8ED4D288}"/>
          </ac:picMkLst>
        </pc:picChg>
        <pc:picChg chg="del">
          <ac:chgData name="Lisa Rehurek | The RFP Success Company" userId="bb870bcc-c8b6-4410-9ff3-516d7c591ffe" providerId="ADAL" clId="{56C6057D-38A0-4C91-B079-ED327B1D2198}" dt="2025-03-18T17:47:43.808" v="2546" actId="478"/>
          <ac:picMkLst>
            <pc:docMk/>
            <pc:sldMk cId="3642950670" sldId="979"/>
            <ac:picMk id="7" creationId="{3CB9DD5A-ED16-A996-C41D-EEE5ED625510}"/>
          </ac:picMkLst>
        </pc:picChg>
      </pc:sldChg>
      <pc:sldChg chg="add del">
        <pc:chgData name="Lisa Rehurek | The RFP Success Company" userId="bb870bcc-c8b6-4410-9ff3-516d7c591ffe" providerId="ADAL" clId="{56C6057D-38A0-4C91-B079-ED327B1D2198}" dt="2025-03-18T17:47:17.198" v="2527" actId="47"/>
        <pc:sldMkLst>
          <pc:docMk/>
          <pc:sldMk cId="3751366809" sldId="979"/>
        </pc:sldMkLst>
      </pc:sldChg>
      <pc:sldChg chg="modSp add mod modNotesTx">
        <pc:chgData name="Lisa Rehurek | The RFP Success Company" userId="bb870bcc-c8b6-4410-9ff3-516d7c591ffe" providerId="ADAL" clId="{56C6057D-38A0-4C91-B079-ED327B1D2198}" dt="2025-03-18T18:42:39.078" v="3640" actId="20577"/>
        <pc:sldMkLst>
          <pc:docMk/>
          <pc:sldMk cId="2525573339" sldId="980"/>
        </pc:sldMkLst>
        <pc:spChg chg="mod">
          <ac:chgData name="Lisa Rehurek | The RFP Success Company" userId="bb870bcc-c8b6-4410-9ff3-516d7c591ffe" providerId="ADAL" clId="{56C6057D-38A0-4C91-B079-ED327B1D2198}" dt="2025-03-18T17:51:02.136" v="2643" actId="6549"/>
          <ac:spMkLst>
            <pc:docMk/>
            <pc:sldMk cId="2525573339" sldId="980"/>
            <ac:spMk id="10" creationId="{FFA56512-F3C2-7B8B-004D-C26DCA4B1849}"/>
          </ac:spMkLst>
        </pc:spChg>
      </pc:sldChg>
      <pc:sldChg chg="modSp add mod">
        <pc:chgData name="Lisa Rehurek | The RFP Success Company" userId="bb870bcc-c8b6-4410-9ff3-516d7c591ffe" providerId="ADAL" clId="{56C6057D-38A0-4C91-B079-ED327B1D2198}" dt="2025-03-18T17:50:56.272" v="2634" actId="20577"/>
        <pc:sldMkLst>
          <pc:docMk/>
          <pc:sldMk cId="56038858" sldId="981"/>
        </pc:sldMkLst>
        <pc:spChg chg="mod">
          <ac:chgData name="Lisa Rehurek | The RFP Success Company" userId="bb870bcc-c8b6-4410-9ff3-516d7c591ffe" providerId="ADAL" clId="{56C6057D-38A0-4C91-B079-ED327B1D2198}" dt="2025-03-18T17:50:56.272" v="2634" actId="20577"/>
          <ac:spMkLst>
            <pc:docMk/>
            <pc:sldMk cId="56038858" sldId="981"/>
            <ac:spMk id="10" creationId="{DF67642E-2F57-2AD8-0A43-8C706CC142E8}"/>
          </ac:spMkLst>
        </pc:spChg>
      </pc:sldChg>
      <pc:sldChg chg="add">
        <pc:chgData name="Lisa Rehurek | The RFP Success Company" userId="bb870bcc-c8b6-4410-9ff3-516d7c591ffe" providerId="ADAL" clId="{56C6057D-38A0-4C91-B079-ED327B1D2198}" dt="2025-03-18T17:55:11.794" v="2801"/>
        <pc:sldMkLst>
          <pc:docMk/>
          <pc:sldMk cId="2993303883" sldId="982"/>
        </pc:sldMkLst>
      </pc:sldChg>
      <pc:sldChg chg="modSp add del mod">
        <pc:chgData name="Lisa Rehurek | The RFP Success Company" userId="bb870bcc-c8b6-4410-9ff3-516d7c591ffe" providerId="ADAL" clId="{56C6057D-38A0-4C91-B079-ED327B1D2198}" dt="2025-03-18T17:54:29.925" v="2800" actId="47"/>
        <pc:sldMkLst>
          <pc:docMk/>
          <pc:sldMk cId="3052879743" sldId="982"/>
        </pc:sldMkLst>
        <pc:spChg chg="mod">
          <ac:chgData name="Lisa Rehurek | The RFP Success Company" userId="bb870bcc-c8b6-4410-9ff3-516d7c591ffe" providerId="ADAL" clId="{56C6057D-38A0-4C91-B079-ED327B1D2198}" dt="2025-03-18T17:52:35.880" v="2785" actId="20577"/>
          <ac:spMkLst>
            <pc:docMk/>
            <pc:sldMk cId="3052879743" sldId="982"/>
            <ac:spMk id="2" creationId="{152E62DC-3501-39D8-E0B3-E78AE15A709E}"/>
          </ac:spMkLst>
        </pc:spChg>
        <pc:spChg chg="mod">
          <ac:chgData name="Lisa Rehurek | The RFP Success Company" userId="bb870bcc-c8b6-4410-9ff3-516d7c591ffe" providerId="ADAL" clId="{56C6057D-38A0-4C91-B079-ED327B1D2198}" dt="2025-03-18T17:53:52.057" v="2798" actId="20577"/>
          <ac:spMkLst>
            <pc:docMk/>
            <pc:sldMk cId="3052879743" sldId="982"/>
            <ac:spMk id="10" creationId="{5431D5BE-5966-A0A8-13E5-4A91529EADF7}"/>
          </ac:spMkLst>
        </pc:spChg>
      </pc:sldChg>
      <pc:sldChg chg="add del">
        <pc:chgData name="Lisa Rehurek | The RFP Success Company" userId="bb870bcc-c8b6-4410-9ff3-516d7c591ffe" providerId="ADAL" clId="{56C6057D-38A0-4C91-B079-ED327B1D2198}" dt="2025-03-18T17:58:47.910" v="2870" actId="47"/>
        <pc:sldMkLst>
          <pc:docMk/>
          <pc:sldMk cId="3254468333" sldId="983"/>
        </pc:sldMkLst>
      </pc:sldChg>
      <pc:sldChg chg="addSp delSp modSp add mod">
        <pc:chgData name="Lisa Rehurek | The RFP Success Company" userId="bb870bcc-c8b6-4410-9ff3-516d7c591ffe" providerId="ADAL" clId="{56C6057D-38A0-4C91-B079-ED327B1D2198}" dt="2025-03-18T18:53:24.086" v="3792" actId="1076"/>
        <pc:sldMkLst>
          <pc:docMk/>
          <pc:sldMk cId="3939015500" sldId="983"/>
        </pc:sldMkLst>
        <pc:spChg chg="del">
          <ac:chgData name="Lisa Rehurek | The RFP Success Company" userId="bb870bcc-c8b6-4410-9ff3-516d7c591ffe" providerId="ADAL" clId="{56C6057D-38A0-4C91-B079-ED327B1D2198}" dt="2025-03-18T17:59:01.908" v="2881" actId="478"/>
          <ac:spMkLst>
            <pc:docMk/>
            <pc:sldMk cId="3939015500" sldId="983"/>
            <ac:spMk id="2" creationId="{90511C98-38FF-22B0-7809-C1FC2D9869D5}"/>
          </ac:spMkLst>
        </pc:spChg>
        <pc:spChg chg="del">
          <ac:chgData name="Lisa Rehurek | The RFP Success Company" userId="bb870bcc-c8b6-4410-9ff3-516d7c591ffe" providerId="ADAL" clId="{56C6057D-38A0-4C91-B079-ED327B1D2198}" dt="2025-03-18T17:59:00.658" v="2880" actId="478"/>
          <ac:spMkLst>
            <pc:docMk/>
            <pc:sldMk cId="3939015500" sldId="983"/>
            <ac:spMk id="3" creationId="{7B9EA920-3B1C-A8A6-F55B-C6C18636A0E4}"/>
          </ac:spMkLst>
        </pc:spChg>
        <pc:spChg chg="mod">
          <ac:chgData name="Lisa Rehurek | The RFP Success Company" userId="bb870bcc-c8b6-4410-9ff3-516d7c591ffe" providerId="ADAL" clId="{56C6057D-38A0-4C91-B079-ED327B1D2198}" dt="2025-03-18T17:58:58.668" v="2879" actId="20577"/>
          <ac:spMkLst>
            <pc:docMk/>
            <pc:sldMk cId="3939015500" sldId="983"/>
            <ac:spMk id="4" creationId="{BD8D0004-C05B-8907-5999-50B076619F9B}"/>
          </ac:spMkLst>
        </pc:spChg>
        <pc:picChg chg="add mod">
          <ac:chgData name="Lisa Rehurek | The RFP Success Company" userId="bb870bcc-c8b6-4410-9ff3-516d7c591ffe" providerId="ADAL" clId="{56C6057D-38A0-4C91-B079-ED327B1D2198}" dt="2025-03-18T18:53:24.086" v="3792" actId="1076"/>
          <ac:picMkLst>
            <pc:docMk/>
            <pc:sldMk cId="3939015500" sldId="983"/>
            <ac:picMk id="6" creationId="{834B8A20-4E11-F404-8876-8829C7FD7BC4}"/>
          </ac:picMkLst>
        </pc:picChg>
      </pc:sldChg>
      <pc:sldChg chg="addSp delSp modSp add mod">
        <pc:chgData name="Lisa Rehurek | The RFP Success Company" userId="bb870bcc-c8b6-4410-9ff3-516d7c591ffe" providerId="ADAL" clId="{56C6057D-38A0-4C91-B079-ED327B1D2198}" dt="2025-03-18T19:00:28.078" v="3998" actId="12"/>
        <pc:sldMkLst>
          <pc:docMk/>
          <pc:sldMk cId="2290005266" sldId="984"/>
        </pc:sldMkLst>
        <pc:spChg chg="mod">
          <ac:chgData name="Lisa Rehurek | The RFP Success Company" userId="bb870bcc-c8b6-4410-9ff3-516d7c591ffe" providerId="ADAL" clId="{56C6057D-38A0-4C91-B079-ED327B1D2198}" dt="2025-03-18T19:00:28.078" v="3998" actId="12"/>
          <ac:spMkLst>
            <pc:docMk/>
            <pc:sldMk cId="2290005266" sldId="984"/>
            <ac:spMk id="2" creationId="{7827818E-95EE-7AB5-472F-04A6D0F8FF46}"/>
          </ac:spMkLst>
        </pc:spChg>
        <pc:spChg chg="add mod">
          <ac:chgData name="Lisa Rehurek | The RFP Success Company" userId="bb870bcc-c8b6-4410-9ff3-516d7c591ffe" providerId="ADAL" clId="{56C6057D-38A0-4C91-B079-ED327B1D2198}" dt="2025-03-18T18:36:55.565" v="3114" actId="20577"/>
          <ac:spMkLst>
            <pc:docMk/>
            <pc:sldMk cId="2290005266" sldId="984"/>
            <ac:spMk id="4" creationId="{8E92B31F-F704-16B9-0570-E229E7A44199}"/>
          </ac:spMkLst>
        </pc:spChg>
        <pc:spChg chg="del">
          <ac:chgData name="Lisa Rehurek | The RFP Success Company" userId="bb870bcc-c8b6-4410-9ff3-516d7c591ffe" providerId="ADAL" clId="{56C6057D-38A0-4C91-B079-ED327B1D2198}" dt="2025-03-18T18:36:50.391" v="3096" actId="478"/>
          <ac:spMkLst>
            <pc:docMk/>
            <pc:sldMk cId="2290005266" sldId="984"/>
            <ac:spMk id="27" creationId="{896A0AAC-AEFC-3C5E-1D40-6E173ED93CE2}"/>
          </ac:spMkLst>
        </pc:spChg>
        <pc:picChg chg="del">
          <ac:chgData name="Lisa Rehurek | The RFP Success Company" userId="bb870bcc-c8b6-4410-9ff3-516d7c591ffe" providerId="ADAL" clId="{56C6057D-38A0-4C91-B079-ED327B1D2198}" dt="2025-03-18T18:36:48.624" v="3095" actId="478"/>
          <ac:picMkLst>
            <pc:docMk/>
            <pc:sldMk cId="2290005266" sldId="984"/>
            <ac:picMk id="3" creationId="{30A4D194-AD7B-47D7-8057-FCF27C90221B}"/>
          </ac:picMkLst>
        </pc:picChg>
      </pc:sldChg>
      <pc:sldChg chg="modSp add mod">
        <pc:chgData name="Lisa Rehurek | The RFP Success Company" userId="bb870bcc-c8b6-4410-9ff3-516d7c591ffe" providerId="ADAL" clId="{56C6057D-38A0-4C91-B079-ED327B1D2198}" dt="2025-03-18T19:01:16.381" v="4015" actId="27636"/>
        <pc:sldMkLst>
          <pc:docMk/>
          <pc:sldMk cId="404903407" sldId="985"/>
        </pc:sldMkLst>
        <pc:spChg chg="mod">
          <ac:chgData name="Lisa Rehurek | The RFP Success Company" userId="bb870bcc-c8b6-4410-9ff3-516d7c591ffe" providerId="ADAL" clId="{56C6057D-38A0-4C91-B079-ED327B1D2198}" dt="2025-03-18T19:01:16.381" v="4015" actId="27636"/>
          <ac:spMkLst>
            <pc:docMk/>
            <pc:sldMk cId="404903407" sldId="985"/>
            <ac:spMk id="2" creationId="{5FA0D999-2567-A025-F28D-4FDD16BBF3B3}"/>
          </ac:spMkLst>
        </pc:spChg>
      </pc:sldChg>
      <pc:sldChg chg="modSp add mod modNotesTx">
        <pc:chgData name="Lisa Rehurek | The RFP Success Company" userId="bb870bcc-c8b6-4410-9ff3-516d7c591ffe" providerId="ADAL" clId="{56C6057D-38A0-4C91-B079-ED327B1D2198}" dt="2025-03-18T19:06:44.733" v="4309" actId="20577"/>
        <pc:sldMkLst>
          <pc:docMk/>
          <pc:sldMk cId="1835052420" sldId="986"/>
        </pc:sldMkLst>
        <pc:spChg chg="mod">
          <ac:chgData name="Lisa Rehurek | The RFP Success Company" userId="bb870bcc-c8b6-4410-9ff3-516d7c591ffe" providerId="ADAL" clId="{56C6057D-38A0-4C91-B079-ED327B1D2198}" dt="2025-03-18T19:06:44.733" v="4309" actId="20577"/>
          <ac:spMkLst>
            <pc:docMk/>
            <pc:sldMk cId="1835052420" sldId="986"/>
            <ac:spMk id="2" creationId="{04CB9078-3C89-6906-7C45-898DBA129017}"/>
          </ac:spMkLst>
        </pc:spChg>
      </pc:sldChg>
      <pc:sldChg chg="add">
        <pc:chgData name="Lisa Rehurek | The RFP Success Company" userId="bb870bcc-c8b6-4410-9ff3-516d7c591ffe" providerId="ADAL" clId="{56C6057D-38A0-4C91-B079-ED327B1D2198}" dt="2025-03-18T19:05:20.060" v="4162"/>
        <pc:sldMkLst>
          <pc:docMk/>
          <pc:sldMk cId="638200153" sldId="987"/>
        </pc:sldMkLst>
      </pc:sldChg>
      <pc:sldChg chg="modSp add mod">
        <pc:chgData name="Lisa Rehurek | The RFP Success Company" userId="bb870bcc-c8b6-4410-9ff3-516d7c591ffe" providerId="ADAL" clId="{56C6057D-38A0-4C91-B079-ED327B1D2198}" dt="2025-03-18T19:06:35.925" v="4294" actId="20577"/>
        <pc:sldMkLst>
          <pc:docMk/>
          <pc:sldMk cId="2931391086" sldId="988"/>
        </pc:sldMkLst>
        <pc:spChg chg="mod">
          <ac:chgData name="Lisa Rehurek | The RFP Success Company" userId="bb870bcc-c8b6-4410-9ff3-516d7c591ffe" providerId="ADAL" clId="{56C6057D-38A0-4C91-B079-ED327B1D2198}" dt="2025-03-18T19:06:35.925" v="4294" actId="20577"/>
          <ac:spMkLst>
            <pc:docMk/>
            <pc:sldMk cId="2931391086" sldId="988"/>
            <ac:spMk id="2" creationId="{5BC05920-0C03-665E-91D5-D8CC66AF318A}"/>
          </ac:spMkLst>
        </pc:spChg>
      </pc:sldChg>
      <pc:sldChg chg="modSp add mod">
        <pc:chgData name="Lisa Rehurek | The RFP Success Company" userId="bb870bcc-c8b6-4410-9ff3-516d7c591ffe" providerId="ADAL" clId="{56C6057D-38A0-4C91-B079-ED327B1D2198}" dt="2025-03-18T19:09:30.307" v="4329" actId="5793"/>
        <pc:sldMkLst>
          <pc:docMk/>
          <pc:sldMk cId="564959231" sldId="989"/>
        </pc:sldMkLst>
        <pc:spChg chg="mod">
          <ac:chgData name="Lisa Rehurek | The RFP Success Company" userId="bb870bcc-c8b6-4410-9ff3-516d7c591ffe" providerId="ADAL" clId="{56C6057D-38A0-4C91-B079-ED327B1D2198}" dt="2025-03-18T19:09:30.307" v="4329" actId="5793"/>
          <ac:spMkLst>
            <pc:docMk/>
            <pc:sldMk cId="564959231" sldId="989"/>
            <ac:spMk id="8" creationId="{5C93FDA2-D701-2D16-2221-79BB6E0A3135}"/>
          </ac:spMkLst>
        </pc:spChg>
      </pc:sldChg>
      <pc:sldChg chg="add">
        <pc:chgData name="Lisa Rehurek | The RFP Success Company" userId="bb870bcc-c8b6-4410-9ff3-516d7c591ffe" providerId="ADAL" clId="{56C6057D-38A0-4C91-B079-ED327B1D2198}" dt="2025-03-18T19:12:06.523" v="4330"/>
        <pc:sldMkLst>
          <pc:docMk/>
          <pc:sldMk cId="3795605732" sldId="990"/>
        </pc:sldMkLst>
      </pc:sldChg>
      <pc:sldMasterChg chg="delSldLayout">
        <pc:chgData name="Lisa Rehurek | The RFP Success Company" userId="bb870bcc-c8b6-4410-9ff3-516d7c591ffe" providerId="ADAL" clId="{56C6057D-38A0-4C91-B079-ED327B1D2198}" dt="2025-03-18T18:35:04.848" v="3044" actId="2696"/>
        <pc:sldMasterMkLst>
          <pc:docMk/>
          <pc:sldMasterMk cId="1193250193" sldId="2147483648"/>
        </pc:sldMasterMkLst>
        <pc:sldLayoutChg chg="del">
          <pc:chgData name="Lisa Rehurek | The RFP Success Company" userId="bb870bcc-c8b6-4410-9ff3-516d7c591ffe" providerId="ADAL" clId="{56C6057D-38A0-4C91-B079-ED327B1D2198}" dt="2025-03-18T18:06:20.423" v="3041" actId="47"/>
          <pc:sldLayoutMkLst>
            <pc:docMk/>
            <pc:sldMasterMk cId="1193250193" sldId="2147483648"/>
            <pc:sldLayoutMk cId="3771204600" sldId="2147483660"/>
          </pc:sldLayoutMkLst>
        </pc:sldLayoutChg>
        <pc:sldLayoutChg chg="del">
          <pc:chgData name="Lisa Rehurek | The RFP Success Company" userId="bb870bcc-c8b6-4410-9ff3-516d7c591ffe" providerId="ADAL" clId="{56C6057D-38A0-4C91-B079-ED327B1D2198}" dt="2025-03-18T17:02:05.319" v="22" actId="2696"/>
          <pc:sldLayoutMkLst>
            <pc:docMk/>
            <pc:sldMasterMk cId="1193250193" sldId="2147483648"/>
            <pc:sldLayoutMk cId="909541866" sldId="2147483661"/>
          </pc:sldLayoutMkLst>
        </pc:sldLayoutChg>
        <pc:sldLayoutChg chg="del">
          <pc:chgData name="Lisa Rehurek | The RFP Success Company" userId="bb870bcc-c8b6-4410-9ff3-516d7c591ffe" providerId="ADAL" clId="{56C6057D-38A0-4C91-B079-ED327B1D2198}" dt="2025-03-18T18:35:04.848" v="3044" actId="2696"/>
          <pc:sldLayoutMkLst>
            <pc:docMk/>
            <pc:sldMasterMk cId="1193250193" sldId="2147483648"/>
            <pc:sldLayoutMk cId="2799994979" sldId="21474836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5110C6FF-E285-C24B-8D13-5A4F0732E07E}" type="datetimeFigureOut">
              <a:rPr lang="en-US" smtClean="0"/>
              <a:t>3/17/2025</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C39C17B8-51EA-3447-9B6D-3E1865D39FBF}" type="slidenum">
              <a:rPr lang="en-US" smtClean="0"/>
              <a:t>‹#›</a:t>
            </a:fld>
            <a:endParaRPr lang="en-US" dirty="0"/>
          </a:p>
        </p:txBody>
      </p:sp>
    </p:spTree>
    <p:extLst>
      <p:ext uri="{BB962C8B-B14F-4D97-AF65-F5344CB8AC3E}">
        <p14:creationId xmlns:p14="http://schemas.microsoft.com/office/powerpoint/2010/main" val="426387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for overview</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a:t>
            </a:fld>
            <a:endParaRPr lang="en-US" dirty="0"/>
          </a:p>
        </p:txBody>
      </p:sp>
    </p:spTree>
    <p:extLst>
      <p:ext uri="{BB962C8B-B14F-4D97-AF65-F5344CB8AC3E}">
        <p14:creationId xmlns:p14="http://schemas.microsoft.com/office/powerpoint/2010/main" val="315334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defTabSz="939363">
              <a:defRPr/>
            </a:pPr>
            <a:fld id="{4B8D2E8E-6502-49DB-924E-944D3A1A8C00}" type="slidenum">
              <a:rPr lang="en-US">
                <a:solidFill>
                  <a:prstClr val="black"/>
                </a:solidFill>
                <a:latin typeface="Aptos" panose="02110004020202020204"/>
              </a:rPr>
              <a:pPr defTabSz="939363">
                <a:defRPr/>
              </a:pPr>
              <a:t>2</a:t>
            </a:fld>
            <a:endParaRPr lang="en-US">
              <a:solidFill>
                <a:prstClr val="black"/>
              </a:solidFill>
              <a:latin typeface="Aptos" panose="02110004020202020204"/>
            </a:endParaRPr>
          </a:p>
        </p:txBody>
      </p:sp>
    </p:spTree>
    <p:extLst>
      <p:ext uri="{BB962C8B-B14F-4D97-AF65-F5344CB8AC3E}">
        <p14:creationId xmlns:p14="http://schemas.microsoft.com/office/powerpoint/2010/main" val="2199005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Questions along the way – drop them into the Chat and someone will help me keep my eye on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b="1" dirty="0"/>
          </a:p>
        </p:txBody>
      </p:sp>
      <p:sp>
        <p:nvSpPr>
          <p:cNvPr id="4" name="Slide Number Placeholder 3"/>
          <p:cNvSpPr>
            <a:spLocks noGrp="1"/>
          </p:cNvSpPr>
          <p:nvPr>
            <p:ph type="sldNum" sz="quarter" idx="5"/>
          </p:nvPr>
        </p:nvSpPr>
        <p:spPr/>
        <p:txBody>
          <a:bodyPr/>
          <a:lstStyle/>
          <a:p>
            <a:fld id="{C39C17B8-51EA-3447-9B6D-3E1865D39FBF}" type="slidenum">
              <a:rPr lang="en-US" smtClean="0"/>
              <a:t>3</a:t>
            </a:fld>
            <a:endParaRPr lang="en-US" dirty="0"/>
          </a:p>
        </p:txBody>
      </p:sp>
    </p:spTree>
    <p:extLst>
      <p:ext uri="{BB962C8B-B14F-4D97-AF65-F5344CB8AC3E}">
        <p14:creationId xmlns:p14="http://schemas.microsoft.com/office/powerpoint/2010/main" val="3366869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our experience with thousands of RFPs, plus we also talk to a lot of evaluators / procurement folks and these are aligned with what they tell us too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9C17B8-51EA-3447-9B6D-3E1865D39F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7911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558F4-2141-5B57-8FFF-3C1A39300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7239-8112-D85E-246C-35CD23068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A20DD-A82B-306E-C5B9-DC5F67BD1840}"/>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Missing signatures, page limits, formatting requirements, or required documents can lead to immediate disqualification.</a:t>
            </a:r>
          </a:p>
          <a:p>
            <a:pPr algn="l">
              <a:spcAft>
                <a:spcPts val="900"/>
              </a:spcAft>
            </a:pPr>
            <a:endParaRPr lang="en-US" b="0" i="0" dirty="0">
              <a:solidFill>
                <a:srgbClr val="000000"/>
              </a:solidFill>
              <a:effectLst/>
              <a:latin typeface="Times New Roman" panose="02020603050405020304" pitchFamily="18" charset="0"/>
            </a:endParaRPr>
          </a:p>
          <a:p>
            <a:pPr algn="l">
              <a:spcAft>
                <a:spcPts val="900"/>
              </a:spcAft>
            </a:pPr>
            <a:r>
              <a:rPr lang="en-US" b="0" i="0" dirty="0">
                <a:solidFill>
                  <a:srgbClr val="000000"/>
                </a:solidFill>
                <a:effectLst/>
                <a:latin typeface="Times New Roman" panose="02020603050405020304" pitchFamily="18" charset="0"/>
              </a:rPr>
              <a:t>But the requirements and qualifications are just the beginning. That’s the baseline – it will NOT get you the win, but it’s a necessity to not get disqualified</a:t>
            </a: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254A8C0B-9F22-D47D-4553-7291B3A587A7}"/>
              </a:ext>
            </a:extLst>
          </p:cNvPr>
          <p:cNvSpPr>
            <a:spLocks noGrp="1"/>
          </p:cNvSpPr>
          <p:nvPr>
            <p:ph type="sldNum" sz="quarter" idx="5"/>
          </p:nvPr>
        </p:nvSpPr>
        <p:spPr/>
        <p:txBody>
          <a:bodyPr/>
          <a:lstStyle/>
          <a:p>
            <a:fld id="{C39C17B8-51EA-3447-9B6D-3E1865D39FBF}" type="slidenum">
              <a:rPr lang="en-US" smtClean="0"/>
              <a:t>5</a:t>
            </a:fld>
            <a:endParaRPr lang="en-US" dirty="0"/>
          </a:p>
        </p:txBody>
      </p:sp>
    </p:spTree>
    <p:extLst>
      <p:ext uri="{BB962C8B-B14F-4D97-AF65-F5344CB8AC3E}">
        <p14:creationId xmlns:p14="http://schemas.microsoft.com/office/powerpoint/2010/main" val="3229410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99CCF-89F1-D02F-A578-737089C28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48612-85C9-43B7-98C9-0936C026F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ED2BE-BB66-BE5D-96DF-5B4D7865FB60}"/>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Reusing a one-size-fits-all proposal without tailoring it to the specific agency’s needs and priorities.</a:t>
            </a: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7F1F829C-BEFC-E193-B682-8D147121E09A}"/>
              </a:ext>
            </a:extLst>
          </p:cNvPr>
          <p:cNvSpPr>
            <a:spLocks noGrp="1"/>
          </p:cNvSpPr>
          <p:nvPr>
            <p:ph type="sldNum" sz="quarter" idx="5"/>
          </p:nvPr>
        </p:nvSpPr>
        <p:spPr/>
        <p:txBody>
          <a:bodyPr/>
          <a:lstStyle/>
          <a:p>
            <a:fld id="{C39C17B8-51EA-3447-9B6D-3E1865D39FBF}" type="slidenum">
              <a:rPr lang="en-US" smtClean="0"/>
              <a:t>6</a:t>
            </a:fld>
            <a:endParaRPr lang="en-US" dirty="0"/>
          </a:p>
        </p:txBody>
      </p:sp>
    </p:spTree>
    <p:extLst>
      <p:ext uri="{BB962C8B-B14F-4D97-AF65-F5344CB8AC3E}">
        <p14:creationId xmlns:p14="http://schemas.microsoft.com/office/powerpoint/2010/main" val="3800580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B96A8-000A-0DA2-0684-7987CA4E3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93175-469C-9F5A-1CC8-AC1F42948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8EC93-711E-6925-0E57-2925E528C9A6}"/>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Listing services or product features without explaining how they solve the agency’s problems.</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CA85F1A1-ED33-1944-7A79-34D0F0E81AA8}"/>
              </a:ext>
            </a:extLst>
          </p:cNvPr>
          <p:cNvSpPr>
            <a:spLocks noGrp="1"/>
          </p:cNvSpPr>
          <p:nvPr>
            <p:ph type="sldNum" sz="quarter" idx="5"/>
          </p:nvPr>
        </p:nvSpPr>
        <p:spPr/>
        <p:txBody>
          <a:bodyPr/>
          <a:lstStyle/>
          <a:p>
            <a:fld id="{C39C17B8-51EA-3447-9B6D-3E1865D39FBF}" type="slidenum">
              <a:rPr lang="en-US" smtClean="0"/>
              <a:t>7</a:t>
            </a:fld>
            <a:endParaRPr lang="en-US" dirty="0"/>
          </a:p>
        </p:txBody>
      </p:sp>
    </p:spTree>
    <p:extLst>
      <p:ext uri="{BB962C8B-B14F-4D97-AF65-F5344CB8AC3E}">
        <p14:creationId xmlns:p14="http://schemas.microsoft.com/office/powerpoint/2010/main" val="3901414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CDBBF-99DE-BA2E-F53B-3E5E7AFFB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9D28D-E3ED-ECDB-0F71-2A9A2A961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7E9D6-BA46-7EFC-B093-4B62CEEB9B72}"/>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Overpricing makes you uncompetitive, while underpricing raises red flags about your ability to perform.</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ED4BA21F-602E-EDE2-4B9F-5A172789CCAC}"/>
              </a:ext>
            </a:extLst>
          </p:cNvPr>
          <p:cNvSpPr>
            <a:spLocks noGrp="1"/>
          </p:cNvSpPr>
          <p:nvPr>
            <p:ph type="sldNum" sz="quarter" idx="5"/>
          </p:nvPr>
        </p:nvSpPr>
        <p:spPr/>
        <p:txBody>
          <a:bodyPr/>
          <a:lstStyle/>
          <a:p>
            <a:fld id="{C39C17B8-51EA-3447-9B6D-3E1865D39FBF}" type="slidenum">
              <a:rPr lang="en-US" smtClean="0"/>
              <a:t>8</a:t>
            </a:fld>
            <a:endParaRPr lang="en-US" dirty="0"/>
          </a:p>
        </p:txBody>
      </p:sp>
    </p:spTree>
    <p:extLst>
      <p:ext uri="{BB962C8B-B14F-4D97-AF65-F5344CB8AC3E}">
        <p14:creationId xmlns:p14="http://schemas.microsoft.com/office/powerpoint/2010/main" val="2808245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288DF-45D3-AF29-7E08-C45DA52CF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1A987-7681-4671-90D4-4779169B0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F8B6A-70F6-6111-DDFE-1884E3BFA261}"/>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Not understanding who currently holds the contract or how competitors will position themselves.</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4D85B010-ECF1-2A07-C24F-6FE77530971B}"/>
              </a:ext>
            </a:extLst>
          </p:cNvPr>
          <p:cNvSpPr>
            <a:spLocks noGrp="1"/>
          </p:cNvSpPr>
          <p:nvPr>
            <p:ph type="sldNum" sz="quarter" idx="5"/>
          </p:nvPr>
        </p:nvSpPr>
        <p:spPr/>
        <p:txBody>
          <a:bodyPr/>
          <a:lstStyle/>
          <a:p>
            <a:fld id="{C39C17B8-51EA-3447-9B6D-3E1865D39FBF}" type="slidenum">
              <a:rPr lang="en-US" smtClean="0"/>
              <a:t>9</a:t>
            </a:fld>
            <a:endParaRPr lang="en-US" dirty="0"/>
          </a:p>
        </p:txBody>
      </p:sp>
    </p:spTree>
    <p:extLst>
      <p:ext uri="{BB962C8B-B14F-4D97-AF65-F5344CB8AC3E}">
        <p14:creationId xmlns:p14="http://schemas.microsoft.com/office/powerpoint/2010/main" val="2678753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39180-6636-991C-ECAB-76254F612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874A3-5F69-409A-DE88-7654A8FE8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A1632-DE37-D82D-4FF9-8D39F51C2F53}"/>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Overloading responses with jargon, long paragraphs, or overly technical explanations that evaluators struggle to digest.</a:t>
            </a: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20000A7A-A38D-5FAD-4B38-A55ADC1102E9}"/>
              </a:ext>
            </a:extLst>
          </p:cNvPr>
          <p:cNvSpPr>
            <a:spLocks noGrp="1"/>
          </p:cNvSpPr>
          <p:nvPr>
            <p:ph type="sldNum" sz="quarter" idx="5"/>
          </p:nvPr>
        </p:nvSpPr>
        <p:spPr/>
        <p:txBody>
          <a:bodyPr/>
          <a:lstStyle/>
          <a:p>
            <a:fld id="{C39C17B8-51EA-3447-9B6D-3E1865D39FBF}" type="slidenum">
              <a:rPr lang="en-US" smtClean="0"/>
              <a:t>10</a:t>
            </a:fld>
            <a:endParaRPr lang="en-US" dirty="0"/>
          </a:p>
        </p:txBody>
      </p:sp>
    </p:spTree>
    <p:extLst>
      <p:ext uri="{BB962C8B-B14F-4D97-AF65-F5344CB8AC3E}">
        <p14:creationId xmlns:p14="http://schemas.microsoft.com/office/powerpoint/2010/main" val="907335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25C0-337D-A545-8F2F-3D12472D4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0CCF4-F33C-6F9D-C156-74CAA64AF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1E63A-4AB1-778F-47CE-FE4CAB2F9449}"/>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Rushing leads to errors, missed details, and poor-quality writing.</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036FABC7-36C5-F7B7-4155-089405788DEC}"/>
              </a:ext>
            </a:extLst>
          </p:cNvPr>
          <p:cNvSpPr>
            <a:spLocks noGrp="1"/>
          </p:cNvSpPr>
          <p:nvPr>
            <p:ph type="sldNum" sz="quarter" idx="5"/>
          </p:nvPr>
        </p:nvSpPr>
        <p:spPr/>
        <p:txBody>
          <a:bodyPr/>
          <a:lstStyle/>
          <a:p>
            <a:fld id="{C39C17B8-51EA-3447-9B6D-3E1865D39FBF}" type="slidenum">
              <a:rPr lang="en-US" smtClean="0"/>
              <a:t>11</a:t>
            </a:fld>
            <a:endParaRPr lang="en-US" dirty="0"/>
          </a:p>
        </p:txBody>
      </p:sp>
    </p:spTree>
    <p:extLst>
      <p:ext uri="{BB962C8B-B14F-4D97-AF65-F5344CB8AC3E}">
        <p14:creationId xmlns:p14="http://schemas.microsoft.com/office/powerpoint/2010/main" val="877402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5926-65BE-1A83-510D-7A78502B7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2F97B-6C34-041A-93C7-0EA08A081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D98FC-E172-A777-FCC3-8B472266E336}"/>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Not aligning responses with the scoring criteria, making it harder for evaluators to award points.</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D9E81A70-3817-15B4-293E-1CF4043B4B50}"/>
              </a:ext>
            </a:extLst>
          </p:cNvPr>
          <p:cNvSpPr>
            <a:spLocks noGrp="1"/>
          </p:cNvSpPr>
          <p:nvPr>
            <p:ph type="sldNum" sz="quarter" idx="5"/>
          </p:nvPr>
        </p:nvSpPr>
        <p:spPr/>
        <p:txBody>
          <a:bodyPr/>
          <a:lstStyle/>
          <a:p>
            <a:fld id="{C39C17B8-51EA-3447-9B6D-3E1865D39FBF}" type="slidenum">
              <a:rPr lang="en-US" smtClean="0"/>
              <a:t>12</a:t>
            </a:fld>
            <a:endParaRPr lang="en-US" dirty="0"/>
          </a:p>
        </p:txBody>
      </p:sp>
    </p:spTree>
    <p:extLst>
      <p:ext uri="{BB962C8B-B14F-4D97-AF65-F5344CB8AC3E}">
        <p14:creationId xmlns:p14="http://schemas.microsoft.com/office/powerpoint/2010/main" val="3704129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6894C-1C7E-91B0-83C6-E3F390713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60851-6055-E308-45D0-165CEEB12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B1AF6-AA59-4526-9F9D-62BCBF224D4B}"/>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Providing weak references, outdated project examples, or failing to highlight relevant past success.</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3EFE8983-FE0E-456B-934B-489F4FDF7A10}"/>
              </a:ext>
            </a:extLst>
          </p:cNvPr>
          <p:cNvSpPr>
            <a:spLocks noGrp="1"/>
          </p:cNvSpPr>
          <p:nvPr>
            <p:ph type="sldNum" sz="quarter" idx="5"/>
          </p:nvPr>
        </p:nvSpPr>
        <p:spPr/>
        <p:txBody>
          <a:bodyPr/>
          <a:lstStyle/>
          <a:p>
            <a:fld id="{C39C17B8-51EA-3447-9B6D-3E1865D39FBF}" type="slidenum">
              <a:rPr lang="en-US" smtClean="0"/>
              <a:t>13</a:t>
            </a:fld>
            <a:endParaRPr lang="en-US" dirty="0"/>
          </a:p>
        </p:txBody>
      </p:sp>
    </p:spTree>
    <p:extLst>
      <p:ext uri="{BB962C8B-B14F-4D97-AF65-F5344CB8AC3E}">
        <p14:creationId xmlns:p14="http://schemas.microsoft.com/office/powerpoint/2010/main" val="451785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376E-1660-1950-27DC-16530676B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48D39-8C8E-C374-8A56-4D8103C63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BF99B-D3DC-2C5C-E53A-FE23C270D113}"/>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Typos, formatting errors, and missing sections undermine credibility and professionalism</a:t>
            </a: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DF153306-6968-FAC2-42F1-0D0D28B8B25B}"/>
              </a:ext>
            </a:extLst>
          </p:cNvPr>
          <p:cNvSpPr>
            <a:spLocks noGrp="1"/>
          </p:cNvSpPr>
          <p:nvPr>
            <p:ph type="sldNum" sz="quarter" idx="5"/>
          </p:nvPr>
        </p:nvSpPr>
        <p:spPr/>
        <p:txBody>
          <a:bodyPr/>
          <a:lstStyle/>
          <a:p>
            <a:fld id="{C39C17B8-51EA-3447-9B6D-3E1865D39FBF}" type="slidenum">
              <a:rPr lang="en-US" smtClean="0"/>
              <a:t>14</a:t>
            </a:fld>
            <a:endParaRPr lang="en-US" dirty="0"/>
          </a:p>
        </p:txBody>
      </p:sp>
    </p:spTree>
    <p:extLst>
      <p:ext uri="{BB962C8B-B14F-4D97-AF65-F5344CB8AC3E}">
        <p14:creationId xmlns:p14="http://schemas.microsoft.com/office/powerpoint/2010/main" val="2863465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E0DC-9EB6-080A-43B8-443D399F7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E890D-088B-C545-0B07-EC5CE87F1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7A281-5098-44F8-77BA-843922ADC9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2D1663-6465-2890-7B19-4ED8D02152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9C17B8-51EA-3447-9B6D-3E1865D39F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9804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71096-278C-7095-510D-DD2A20ADF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4B29A-C037-02A8-BADA-2BD3D5268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17D74-A45D-C6BF-8202-8DA591D1F3AC}"/>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Missing signatures, page limits, formatting requirements, or required documents can lead to immediate disqualification.</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Use a compliance matrix to track all requirements and conduct a final checklist review before submission.</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41594338-18BD-DC16-DF0A-89F41B3516F5}"/>
              </a:ext>
            </a:extLst>
          </p:cNvPr>
          <p:cNvSpPr>
            <a:spLocks noGrp="1"/>
          </p:cNvSpPr>
          <p:nvPr>
            <p:ph type="sldNum" sz="quarter" idx="5"/>
          </p:nvPr>
        </p:nvSpPr>
        <p:spPr/>
        <p:txBody>
          <a:bodyPr/>
          <a:lstStyle/>
          <a:p>
            <a:fld id="{C39C17B8-51EA-3447-9B6D-3E1865D39FBF}" type="slidenum">
              <a:rPr lang="en-US" smtClean="0"/>
              <a:t>16</a:t>
            </a:fld>
            <a:endParaRPr lang="en-US" dirty="0"/>
          </a:p>
        </p:txBody>
      </p:sp>
    </p:spTree>
    <p:extLst>
      <p:ext uri="{BB962C8B-B14F-4D97-AF65-F5344CB8AC3E}">
        <p14:creationId xmlns:p14="http://schemas.microsoft.com/office/powerpoint/2010/main" val="170529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B0DA8-0337-43DF-BDA3-0FA45F996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08EBC-667C-5EBC-29FF-1D432DD4B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E2AC29-97F9-024C-4B17-B40582C368DC}"/>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Missing signatures, page limits, formatting requirements, or required documents can lead to immediate disqualification.</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Use a compliance matrix to track all requirements and conduct a final checklist review before submission.</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r>
              <a:rPr lang="en-US" b="0" i="0" dirty="0">
                <a:solidFill>
                  <a:srgbClr val="000000"/>
                </a:solidFill>
                <a:effectLst/>
                <a:latin typeface="Times New Roman" panose="02020603050405020304" pitchFamily="18" charset="0"/>
              </a:rPr>
              <a:t>Planning upfront is something people tend to dismiss, but it will help you so much as you move through the response</a:t>
            </a: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3F9DE3C1-84CD-30CB-2F83-DECE63F7B3C0}"/>
              </a:ext>
            </a:extLst>
          </p:cNvPr>
          <p:cNvSpPr>
            <a:spLocks noGrp="1"/>
          </p:cNvSpPr>
          <p:nvPr>
            <p:ph type="sldNum" sz="quarter" idx="5"/>
          </p:nvPr>
        </p:nvSpPr>
        <p:spPr/>
        <p:txBody>
          <a:bodyPr/>
          <a:lstStyle/>
          <a:p>
            <a:fld id="{C39C17B8-51EA-3447-9B6D-3E1865D39FBF}" type="slidenum">
              <a:rPr lang="en-US" smtClean="0"/>
              <a:t>17</a:t>
            </a:fld>
            <a:endParaRPr lang="en-US" dirty="0"/>
          </a:p>
        </p:txBody>
      </p:sp>
    </p:spTree>
    <p:extLst>
      <p:ext uri="{BB962C8B-B14F-4D97-AF65-F5344CB8AC3E}">
        <p14:creationId xmlns:p14="http://schemas.microsoft.com/office/powerpoint/2010/main" val="2331871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83DC2-D57C-2D8A-156E-62BAA5A82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3C33C-4624-5D9C-C6D8-9EE7E8473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49665-05D8-5E8C-5EE1-39C88DFE1067}"/>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Best Practice: Customize every proposal by incorporating the agency’s language, goals, and challenges into your response.</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733780BB-3CB7-FA13-DB07-FF6E5AF2D755}"/>
              </a:ext>
            </a:extLst>
          </p:cNvPr>
          <p:cNvSpPr>
            <a:spLocks noGrp="1"/>
          </p:cNvSpPr>
          <p:nvPr>
            <p:ph type="sldNum" sz="quarter" idx="5"/>
          </p:nvPr>
        </p:nvSpPr>
        <p:spPr/>
        <p:txBody>
          <a:bodyPr/>
          <a:lstStyle/>
          <a:p>
            <a:fld id="{C39C17B8-51EA-3447-9B6D-3E1865D39FBF}" type="slidenum">
              <a:rPr lang="en-US" smtClean="0"/>
              <a:t>18</a:t>
            </a:fld>
            <a:endParaRPr lang="en-US" dirty="0"/>
          </a:p>
        </p:txBody>
      </p:sp>
    </p:spTree>
    <p:extLst>
      <p:ext uri="{BB962C8B-B14F-4D97-AF65-F5344CB8AC3E}">
        <p14:creationId xmlns:p14="http://schemas.microsoft.com/office/powerpoint/2010/main" val="432673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 actually going to come out of the gate and give you an immediate “secret sauce” element. </a:t>
            </a:r>
          </a:p>
          <a:p>
            <a:endParaRPr lang="en-US"/>
          </a:p>
          <a:p>
            <a:r>
              <a:rPr lang="en-US"/>
              <a:t>There are two things you must do to meet the minimum baseline requirements. </a:t>
            </a:r>
          </a:p>
          <a:p>
            <a:endParaRPr lang="en-US"/>
          </a:p>
          <a:p>
            <a:r>
              <a:rPr lang="en-US"/>
              <a:t>First, you must respond to the requirements. Plain and simple. If you miss requirements, there’s a likelihood that you’ll get disqualified. We don’t want that for you! </a:t>
            </a:r>
          </a:p>
        </p:txBody>
      </p:sp>
      <p:sp>
        <p:nvSpPr>
          <p:cNvPr id="4" name="Slide Number Placeholder 3"/>
          <p:cNvSpPr>
            <a:spLocks noGrp="1"/>
          </p:cNvSpPr>
          <p:nvPr>
            <p:ph type="sldNum" sz="quarter" idx="5"/>
          </p:nvPr>
        </p:nvSpPr>
        <p:spPr/>
        <p:txBody>
          <a:bodyPr/>
          <a:lstStyle/>
          <a:p>
            <a:fld id="{4B8D2E8E-6502-49DB-924E-944D3A1A8C00}" type="slidenum">
              <a:rPr lang="en-US" smtClean="0"/>
              <a:t>19</a:t>
            </a:fld>
            <a:endParaRPr lang="en-US"/>
          </a:p>
        </p:txBody>
      </p:sp>
    </p:spTree>
    <p:extLst>
      <p:ext uri="{BB962C8B-B14F-4D97-AF65-F5344CB8AC3E}">
        <p14:creationId xmlns:p14="http://schemas.microsoft.com/office/powerpoint/2010/main" val="1474580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1565">
              <a:defRPr/>
            </a:pPr>
            <a:r>
              <a:rPr lang="en-US"/>
              <a:t>Second, you’ve got to meet the qualifications. You can’t just meet 80% of the quals and think that’s ok. Because guess what? Your competitors will do these two things, and this is not where you want to lose points.</a:t>
            </a:r>
          </a:p>
          <a:p>
            <a:pPr defTabSz="911565">
              <a:defRPr/>
            </a:pPr>
            <a:endParaRPr lang="en-US"/>
          </a:p>
          <a:p>
            <a:pPr defTabSz="911565">
              <a:defRPr/>
            </a:pPr>
            <a:r>
              <a:rPr lang="en-US"/>
              <a:t>Now, this is where most companies stop. They focus solely on these two baseline elements. It actually feels like that’s what you’re supposed to do because of the format of the RFP. </a:t>
            </a:r>
          </a:p>
          <a:p>
            <a:endParaRPr lang="en-US"/>
          </a:p>
          <a:p>
            <a:pPr defTabSz="911565">
              <a:defRPr/>
            </a:pPr>
            <a:r>
              <a:rPr lang="en-US"/>
              <a:t>However, the goal here is to win the RFP, not just answer the questions. </a:t>
            </a:r>
          </a:p>
          <a:p>
            <a:endParaRPr lang="en-US"/>
          </a:p>
          <a:p>
            <a:r>
              <a:rPr lang="en-US"/>
              <a:t>So these two things are simply the BASELINE. I want you to really grasp that, because just meeting these two things </a:t>
            </a:r>
            <a:r>
              <a:rPr lang="en-US" b="1"/>
              <a:t>is not enough to win the bid</a:t>
            </a:r>
            <a:r>
              <a:rPr lang="en-US"/>
              <a:t>. Unless you get lucky; and we don’t want to bet on luck. </a:t>
            </a:r>
          </a:p>
          <a:p>
            <a:endParaRPr lang="en-US"/>
          </a:p>
          <a:p>
            <a:r>
              <a:rPr lang="en-US"/>
              <a:t>Once you meet and respond to the baseline requirements, NOW you’re good enough to be taken seriously. NOW you move to the next step</a:t>
            </a:r>
          </a:p>
          <a:p>
            <a:endParaRPr lang="en-US" b="1"/>
          </a:p>
          <a:p>
            <a:endParaRPr lang="en-US" b="1"/>
          </a:p>
        </p:txBody>
      </p:sp>
      <p:sp>
        <p:nvSpPr>
          <p:cNvPr id="4" name="Slide Number Placeholder 3"/>
          <p:cNvSpPr>
            <a:spLocks noGrp="1"/>
          </p:cNvSpPr>
          <p:nvPr>
            <p:ph type="sldNum" sz="quarter" idx="5"/>
          </p:nvPr>
        </p:nvSpPr>
        <p:spPr/>
        <p:txBody>
          <a:bodyPr/>
          <a:lstStyle/>
          <a:p>
            <a:fld id="{4B8D2E8E-6502-49DB-924E-944D3A1A8C00}" type="slidenum">
              <a:rPr lang="en-US" smtClean="0"/>
              <a:t>20</a:t>
            </a:fld>
            <a:endParaRPr lang="en-US"/>
          </a:p>
        </p:txBody>
      </p:sp>
    </p:spTree>
    <p:extLst>
      <p:ext uri="{BB962C8B-B14F-4D97-AF65-F5344CB8AC3E}">
        <p14:creationId xmlns:p14="http://schemas.microsoft.com/office/powerpoint/2010/main" val="5390512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368">
              <a:defRPr/>
            </a:pPr>
            <a:r>
              <a:rPr lang="en-US"/>
              <a:t>And the next step – which is The RFP Success Way -- is Distinction. </a:t>
            </a:r>
          </a:p>
          <a:p>
            <a:pPr defTabSz="939368">
              <a:defRPr/>
            </a:pPr>
            <a:endParaRPr lang="en-US"/>
          </a:p>
          <a:p>
            <a:pPr defTabSz="939368">
              <a:defRPr/>
            </a:pPr>
            <a:r>
              <a:rPr lang="en-US"/>
              <a:t>Distinction is important because this is where you get the extra points. This is where you stand out from your competitors. Now is the time to show who you are, keep the evaluators engaged, provide value, and get the higher scores for the win. </a:t>
            </a:r>
          </a:p>
          <a:p>
            <a:pPr defTabSz="939368">
              <a:defRPr/>
            </a:pPr>
            <a:endParaRPr lang="en-US"/>
          </a:p>
          <a:p>
            <a:pPr defTabSz="939368">
              <a:defRPr/>
            </a:pPr>
            <a:endParaRPr lang="en-US"/>
          </a:p>
          <a:p>
            <a:pPr defTabSz="939368">
              <a:defRPr/>
            </a:pPr>
            <a:endParaRPr lang="en-US"/>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21</a:t>
            </a:fld>
            <a:endParaRPr lang="en-US"/>
          </a:p>
        </p:txBody>
      </p:sp>
    </p:spTree>
    <p:extLst>
      <p:ext uri="{BB962C8B-B14F-4D97-AF65-F5344CB8AC3E}">
        <p14:creationId xmlns:p14="http://schemas.microsoft.com/office/powerpoint/2010/main" val="2139676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in the chat, what do you provide that no one else does</a:t>
            </a:r>
          </a:p>
        </p:txBody>
      </p:sp>
      <p:sp>
        <p:nvSpPr>
          <p:cNvPr id="4" name="Slide Number Placeholder 3"/>
          <p:cNvSpPr>
            <a:spLocks noGrp="1"/>
          </p:cNvSpPr>
          <p:nvPr>
            <p:ph type="sldNum" sz="quarter" idx="5"/>
          </p:nvPr>
        </p:nvSpPr>
        <p:spPr/>
        <p:txBody>
          <a:bodyPr/>
          <a:lstStyle/>
          <a:p>
            <a:fld id="{C39C17B8-51EA-3447-9B6D-3E1865D39FBF}" type="slidenum">
              <a:rPr lang="en-US" smtClean="0"/>
              <a:t>22</a:t>
            </a:fld>
            <a:endParaRPr lang="en-US" dirty="0"/>
          </a:p>
        </p:txBody>
      </p:sp>
    </p:spTree>
    <p:extLst>
      <p:ext uri="{BB962C8B-B14F-4D97-AF65-F5344CB8AC3E}">
        <p14:creationId xmlns:p14="http://schemas.microsoft.com/office/powerpoint/2010/main" val="3388694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23</a:t>
            </a:fld>
            <a:endParaRPr lang="en-US" dirty="0"/>
          </a:p>
        </p:txBody>
      </p:sp>
    </p:spTree>
    <p:extLst>
      <p:ext uri="{BB962C8B-B14F-4D97-AF65-F5344CB8AC3E}">
        <p14:creationId xmlns:p14="http://schemas.microsoft.com/office/powerpoint/2010/main" val="907314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you think one list of distinctions can’t carry over to ALL proposals?</a:t>
            </a:r>
          </a:p>
        </p:txBody>
      </p:sp>
      <p:sp>
        <p:nvSpPr>
          <p:cNvPr id="4" name="Slide Number Placeholder 3"/>
          <p:cNvSpPr>
            <a:spLocks noGrp="1"/>
          </p:cNvSpPr>
          <p:nvPr>
            <p:ph type="sldNum" sz="quarter" idx="5"/>
          </p:nvPr>
        </p:nvSpPr>
        <p:spPr/>
        <p:txBody>
          <a:bodyPr/>
          <a:lstStyle/>
          <a:p>
            <a:fld id="{C39C17B8-51EA-3447-9B6D-3E1865D39FBF}" type="slidenum">
              <a:rPr lang="en-US" smtClean="0"/>
              <a:t>24</a:t>
            </a:fld>
            <a:endParaRPr lang="en-US" dirty="0"/>
          </a:p>
        </p:txBody>
      </p:sp>
    </p:spTree>
    <p:extLst>
      <p:ext uri="{BB962C8B-B14F-4D97-AF65-F5344CB8AC3E}">
        <p14:creationId xmlns:p14="http://schemas.microsoft.com/office/powerpoint/2010/main" val="689559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else could you add to this list? A couple of minutes to brainstorm</a:t>
            </a:r>
          </a:p>
          <a:p>
            <a:endParaRPr lang="en-US" dirty="0"/>
          </a:p>
          <a:p>
            <a:r>
              <a:rPr lang="en-US" dirty="0"/>
              <a:t>That’s the D in the DARE Method. Let’s move on to the A.</a:t>
            </a:r>
          </a:p>
        </p:txBody>
      </p:sp>
      <p:sp>
        <p:nvSpPr>
          <p:cNvPr id="4" name="Slide Number Placeholder 3"/>
          <p:cNvSpPr>
            <a:spLocks noGrp="1"/>
          </p:cNvSpPr>
          <p:nvPr>
            <p:ph type="sldNum" sz="quarter" idx="5"/>
          </p:nvPr>
        </p:nvSpPr>
        <p:spPr/>
        <p:txBody>
          <a:bodyPr/>
          <a:lstStyle/>
          <a:p>
            <a:fld id="{C39C17B8-51EA-3447-9B6D-3E1865D39FBF}" type="slidenum">
              <a:rPr lang="en-US" smtClean="0"/>
              <a:t>25</a:t>
            </a:fld>
            <a:endParaRPr lang="en-US" dirty="0"/>
          </a:p>
        </p:txBody>
      </p:sp>
    </p:spTree>
    <p:extLst>
      <p:ext uri="{BB962C8B-B14F-4D97-AF65-F5344CB8AC3E}">
        <p14:creationId xmlns:p14="http://schemas.microsoft.com/office/powerpoint/2010/main" val="42573259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C2B4-B364-EE9A-15F2-148D30645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33AA2-617F-5A34-00FC-F3C750DD0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5249B-6AA5-6DA5-3632-5F717ABC9784}"/>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Listing services or product features without explaining how they solve the agency’s problems.</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Use a “problem-solution-impact” approach to clearly demonstrate how your offering benefits the agency.</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1CD97692-DC93-A045-0DE3-9EDE4737AC79}"/>
              </a:ext>
            </a:extLst>
          </p:cNvPr>
          <p:cNvSpPr>
            <a:spLocks noGrp="1"/>
          </p:cNvSpPr>
          <p:nvPr>
            <p:ph type="sldNum" sz="quarter" idx="5"/>
          </p:nvPr>
        </p:nvSpPr>
        <p:spPr/>
        <p:txBody>
          <a:bodyPr/>
          <a:lstStyle/>
          <a:p>
            <a:fld id="{C39C17B8-51EA-3447-9B6D-3E1865D39FBF}" type="slidenum">
              <a:rPr lang="en-US" smtClean="0"/>
              <a:t>26</a:t>
            </a:fld>
            <a:endParaRPr lang="en-US" dirty="0"/>
          </a:p>
        </p:txBody>
      </p:sp>
    </p:spTree>
    <p:extLst>
      <p:ext uri="{BB962C8B-B14F-4D97-AF65-F5344CB8AC3E}">
        <p14:creationId xmlns:p14="http://schemas.microsoft.com/office/powerpoint/2010/main" val="2885119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A6325-78A6-5E5C-9089-04F148401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75280-7826-EA18-0A0D-379571AD5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6AC25-A03F-45D7-50F1-73B62E599C3E}"/>
              </a:ext>
            </a:extLst>
          </p:cNvPr>
          <p:cNvSpPr>
            <a:spLocks noGrp="1"/>
          </p:cNvSpPr>
          <p:nvPr>
            <p:ph type="body" idx="1"/>
          </p:nvPr>
        </p:nvSpPr>
        <p:spPr/>
        <p:txBody>
          <a:bodyPr/>
          <a:lstStyle/>
          <a:p>
            <a:r>
              <a:rPr lang="en-US" dirty="0"/>
              <a:t>This problem is something they will state in the RFP</a:t>
            </a:r>
          </a:p>
        </p:txBody>
      </p:sp>
      <p:sp>
        <p:nvSpPr>
          <p:cNvPr id="4" name="Slide Number Placeholder 3">
            <a:extLst>
              <a:ext uri="{FF2B5EF4-FFF2-40B4-BE49-F238E27FC236}">
                <a16:creationId xmlns:a16="http://schemas.microsoft.com/office/drawing/2014/main" id="{844F8C24-9487-2A04-F998-F05AE5270D5D}"/>
              </a:ext>
            </a:extLst>
          </p:cNvPr>
          <p:cNvSpPr>
            <a:spLocks noGrp="1"/>
          </p:cNvSpPr>
          <p:nvPr>
            <p:ph type="sldNum" sz="quarter" idx="5"/>
          </p:nvPr>
        </p:nvSpPr>
        <p:spPr/>
        <p:txBody>
          <a:bodyPr/>
          <a:lstStyle/>
          <a:p>
            <a:fld id="{C39C17B8-51EA-3447-9B6D-3E1865D39FBF}" type="slidenum">
              <a:rPr lang="en-US" smtClean="0"/>
              <a:t>27</a:t>
            </a:fld>
            <a:endParaRPr lang="en-US" dirty="0"/>
          </a:p>
        </p:txBody>
      </p:sp>
    </p:spTree>
    <p:extLst>
      <p:ext uri="{BB962C8B-B14F-4D97-AF65-F5344CB8AC3E}">
        <p14:creationId xmlns:p14="http://schemas.microsoft.com/office/powerpoint/2010/main" val="6693146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7F6C6-2594-40AE-69B2-22D9E5208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8F593-C395-20FE-2ECF-933DF9D4B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CA9FC-1522-C97A-1385-ADBDF4E9A9D3}"/>
              </a:ext>
            </a:extLst>
          </p:cNvPr>
          <p:cNvSpPr>
            <a:spLocks noGrp="1"/>
          </p:cNvSpPr>
          <p:nvPr>
            <p:ph type="body" idx="1"/>
          </p:nvPr>
        </p:nvSpPr>
        <p:spPr/>
        <p:txBody>
          <a:bodyPr/>
          <a:lstStyle/>
          <a:p>
            <a:r>
              <a:rPr lang="en-US" dirty="0"/>
              <a:t>You want to come in as the thought leader; they’re looking to hire someone for a reason – either they don’t have the internal resources, or they don’t have the level of expertise needed. </a:t>
            </a:r>
          </a:p>
        </p:txBody>
      </p:sp>
      <p:sp>
        <p:nvSpPr>
          <p:cNvPr id="4" name="Slide Number Placeholder 3">
            <a:extLst>
              <a:ext uri="{FF2B5EF4-FFF2-40B4-BE49-F238E27FC236}">
                <a16:creationId xmlns:a16="http://schemas.microsoft.com/office/drawing/2014/main" id="{CE9720C3-890E-B45B-57FA-A590B65FE1B8}"/>
              </a:ext>
            </a:extLst>
          </p:cNvPr>
          <p:cNvSpPr>
            <a:spLocks noGrp="1"/>
          </p:cNvSpPr>
          <p:nvPr>
            <p:ph type="sldNum" sz="quarter" idx="5"/>
          </p:nvPr>
        </p:nvSpPr>
        <p:spPr/>
        <p:txBody>
          <a:bodyPr/>
          <a:lstStyle/>
          <a:p>
            <a:fld id="{C39C17B8-51EA-3447-9B6D-3E1865D39FBF}" type="slidenum">
              <a:rPr lang="en-US" smtClean="0"/>
              <a:t>28</a:t>
            </a:fld>
            <a:endParaRPr lang="en-US" dirty="0"/>
          </a:p>
        </p:txBody>
      </p:sp>
    </p:spTree>
    <p:extLst>
      <p:ext uri="{BB962C8B-B14F-4D97-AF65-F5344CB8AC3E}">
        <p14:creationId xmlns:p14="http://schemas.microsoft.com/office/powerpoint/2010/main" val="4262466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BD169-589F-3742-3C0D-1BA6DE0E5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F8BD9-A1DB-2D38-2BBD-330DD2B73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4B351-C726-E2A4-8767-74D63C0A2E80}"/>
              </a:ext>
            </a:extLst>
          </p:cNvPr>
          <p:cNvSpPr>
            <a:spLocks noGrp="1"/>
          </p:cNvSpPr>
          <p:nvPr>
            <p:ph type="body" idx="1"/>
          </p:nvPr>
        </p:nvSpPr>
        <p:spPr/>
        <p:txBody>
          <a:bodyPr/>
          <a:lstStyle/>
          <a:p>
            <a:r>
              <a:rPr lang="en-US" dirty="0"/>
              <a:t>What else could you add to this list? A couple of minutes to brainstorm</a:t>
            </a:r>
          </a:p>
          <a:p>
            <a:endParaRPr lang="en-US" dirty="0"/>
          </a:p>
          <a:p>
            <a:r>
              <a:rPr lang="en-US" dirty="0"/>
              <a:t>That’s the D in the DARE Method. Let’s move on to the A.</a:t>
            </a:r>
          </a:p>
        </p:txBody>
      </p:sp>
      <p:sp>
        <p:nvSpPr>
          <p:cNvPr id="4" name="Slide Number Placeholder 3">
            <a:extLst>
              <a:ext uri="{FF2B5EF4-FFF2-40B4-BE49-F238E27FC236}">
                <a16:creationId xmlns:a16="http://schemas.microsoft.com/office/drawing/2014/main" id="{01BC5FEC-E82B-F33D-271C-F17151310821}"/>
              </a:ext>
            </a:extLst>
          </p:cNvPr>
          <p:cNvSpPr>
            <a:spLocks noGrp="1"/>
          </p:cNvSpPr>
          <p:nvPr>
            <p:ph type="sldNum" sz="quarter" idx="5"/>
          </p:nvPr>
        </p:nvSpPr>
        <p:spPr/>
        <p:txBody>
          <a:bodyPr/>
          <a:lstStyle/>
          <a:p>
            <a:fld id="{C39C17B8-51EA-3447-9B6D-3E1865D39FBF}" type="slidenum">
              <a:rPr lang="en-US" smtClean="0"/>
              <a:t>29</a:t>
            </a:fld>
            <a:endParaRPr lang="en-US" dirty="0"/>
          </a:p>
        </p:txBody>
      </p:sp>
    </p:spTree>
    <p:extLst>
      <p:ext uri="{BB962C8B-B14F-4D97-AF65-F5344CB8AC3E}">
        <p14:creationId xmlns:p14="http://schemas.microsoft.com/office/powerpoint/2010/main" val="31565920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5E666-A396-72A4-9215-B5184E360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2E4DB-1A03-2D5D-66C1-5C513D6ED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5EF91-CC9D-5310-28BB-9B4ACCAA4107}"/>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Overpricing makes you uncompetitive, while underpricing raises red flags about your ability to perform.</a:t>
            </a: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000000"/>
              </a:solidFill>
              <a:effectLst/>
              <a:latin typeface="Times New Roman" panose="02020603050405020304" pitchFamily="18" charset="0"/>
            </a:endParaRPr>
          </a:p>
          <a:p>
            <a:pPr algn="l">
              <a:spcAft>
                <a:spcPts val="900"/>
              </a:spcAft>
            </a:pPr>
            <a:r>
              <a:rPr lang="en-US" b="0" i="0" dirty="0">
                <a:solidFill>
                  <a:srgbClr val="000000"/>
                </a:solidFill>
                <a:effectLst/>
                <a:latin typeface="Times New Roman" panose="02020603050405020304" pitchFamily="18" charset="0"/>
              </a:rPr>
              <a:t>Best Practice: Research past awards and competitors to price strategically while emphasizing total value, not just cost.</a:t>
            </a:r>
          </a:p>
          <a:p>
            <a:pPr algn="l">
              <a:spcAft>
                <a:spcPts val="900"/>
              </a:spcAft>
            </a:pPr>
            <a:endParaRPr lang="en-US" b="0" i="0" dirty="0">
              <a:solidFill>
                <a:srgbClr val="000000"/>
              </a:solidFill>
              <a:effectLst/>
              <a:latin typeface="Times New Roman" panose="02020603050405020304" pitchFamily="18" charset="0"/>
            </a:endParaRPr>
          </a:p>
          <a:p>
            <a:pPr algn="l">
              <a:spcAft>
                <a:spcPts val="900"/>
              </a:spcAft>
            </a:pPr>
            <a:r>
              <a:rPr lang="en-US" b="0" i="0" dirty="0">
                <a:solidFill>
                  <a:srgbClr val="000000"/>
                </a:solidFill>
                <a:effectLst/>
                <a:latin typeface="Times New Roman" panose="02020603050405020304" pitchFamily="18" charset="0"/>
              </a:rPr>
              <a:t>FOIA request</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45D386BF-A005-BA34-ED95-64BDEC7C60BB}"/>
              </a:ext>
            </a:extLst>
          </p:cNvPr>
          <p:cNvSpPr>
            <a:spLocks noGrp="1"/>
          </p:cNvSpPr>
          <p:nvPr>
            <p:ph type="sldNum" sz="quarter" idx="5"/>
          </p:nvPr>
        </p:nvSpPr>
        <p:spPr/>
        <p:txBody>
          <a:bodyPr/>
          <a:lstStyle/>
          <a:p>
            <a:fld id="{C39C17B8-51EA-3447-9B6D-3E1865D39FBF}" type="slidenum">
              <a:rPr lang="en-US" smtClean="0"/>
              <a:t>30</a:t>
            </a:fld>
            <a:endParaRPr lang="en-US" dirty="0"/>
          </a:p>
        </p:txBody>
      </p:sp>
    </p:spTree>
    <p:extLst>
      <p:ext uri="{BB962C8B-B14F-4D97-AF65-F5344CB8AC3E}">
        <p14:creationId xmlns:p14="http://schemas.microsoft.com/office/powerpoint/2010/main" val="42189152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FE3E2-F707-83DC-A636-BFBE456D8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15ADF-D188-A374-B312-90F042E48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90544-0B1A-E203-0205-E8C44F7E7E1B}"/>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Overpricing makes you uncompetitive, while underpricing raises red flags about your ability to perform.</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Research past awards and competitors to price strategically while emphasizing total value, not just cost.</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A318234B-813E-404F-CD39-D94A7344E453}"/>
              </a:ext>
            </a:extLst>
          </p:cNvPr>
          <p:cNvSpPr>
            <a:spLocks noGrp="1"/>
          </p:cNvSpPr>
          <p:nvPr>
            <p:ph type="sldNum" sz="quarter" idx="5"/>
          </p:nvPr>
        </p:nvSpPr>
        <p:spPr/>
        <p:txBody>
          <a:bodyPr/>
          <a:lstStyle/>
          <a:p>
            <a:fld id="{C39C17B8-51EA-3447-9B6D-3E1865D39FBF}" type="slidenum">
              <a:rPr lang="en-US" smtClean="0"/>
              <a:t>31</a:t>
            </a:fld>
            <a:endParaRPr lang="en-US" dirty="0"/>
          </a:p>
        </p:txBody>
      </p:sp>
    </p:spTree>
    <p:extLst>
      <p:ext uri="{BB962C8B-B14F-4D97-AF65-F5344CB8AC3E}">
        <p14:creationId xmlns:p14="http://schemas.microsoft.com/office/powerpoint/2010/main" val="36797760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A3C29-AB1D-C2CC-D368-E4BD53D7A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47B1C-3B2A-6FBA-527A-F2D2D9F1A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B209D-74CA-8A1E-3DF1-12C97A1CD1C7}"/>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Overpricing makes you uncompetitive, while underpricing raises red flags about your ability to perform.</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Research past awards and competitors to price strategically while emphasizing total value, not just cost.</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A1D4A6C5-CCDB-43C8-6110-BA84A2755286}"/>
              </a:ext>
            </a:extLst>
          </p:cNvPr>
          <p:cNvSpPr>
            <a:spLocks noGrp="1"/>
          </p:cNvSpPr>
          <p:nvPr>
            <p:ph type="sldNum" sz="quarter" idx="5"/>
          </p:nvPr>
        </p:nvSpPr>
        <p:spPr/>
        <p:txBody>
          <a:bodyPr/>
          <a:lstStyle/>
          <a:p>
            <a:fld id="{C39C17B8-51EA-3447-9B6D-3E1865D39FBF}" type="slidenum">
              <a:rPr lang="en-US" smtClean="0"/>
              <a:t>32</a:t>
            </a:fld>
            <a:endParaRPr lang="en-US" dirty="0"/>
          </a:p>
        </p:txBody>
      </p:sp>
    </p:spTree>
    <p:extLst>
      <p:ext uri="{BB962C8B-B14F-4D97-AF65-F5344CB8AC3E}">
        <p14:creationId xmlns:p14="http://schemas.microsoft.com/office/powerpoint/2010/main" val="26300659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75CB0-C36A-3EC3-7008-45AD8894B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00622-C01B-5544-9F35-2CF6F379C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4C328-7D2B-80B7-081A-79D507A48483}"/>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Not understanding who currently holds the contract or how competitors will position themselves.</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Analyze past contracts and competitor strengths/weaknesses to craft a compelling value proposition.</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356DB9F3-29FB-D521-115B-CC0E779D150C}"/>
              </a:ext>
            </a:extLst>
          </p:cNvPr>
          <p:cNvSpPr>
            <a:spLocks noGrp="1"/>
          </p:cNvSpPr>
          <p:nvPr>
            <p:ph type="sldNum" sz="quarter" idx="5"/>
          </p:nvPr>
        </p:nvSpPr>
        <p:spPr/>
        <p:txBody>
          <a:bodyPr/>
          <a:lstStyle/>
          <a:p>
            <a:fld id="{C39C17B8-51EA-3447-9B6D-3E1865D39FBF}" type="slidenum">
              <a:rPr lang="en-US" smtClean="0"/>
              <a:t>33</a:t>
            </a:fld>
            <a:endParaRPr lang="en-US" dirty="0"/>
          </a:p>
        </p:txBody>
      </p:sp>
    </p:spTree>
    <p:extLst>
      <p:ext uri="{BB962C8B-B14F-4D97-AF65-F5344CB8AC3E}">
        <p14:creationId xmlns:p14="http://schemas.microsoft.com/office/powerpoint/2010/main" val="27334976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34</a:t>
            </a:fld>
            <a:endParaRPr lang="en-US"/>
          </a:p>
        </p:txBody>
      </p:sp>
    </p:spTree>
    <p:extLst>
      <p:ext uri="{BB962C8B-B14F-4D97-AF65-F5344CB8AC3E}">
        <p14:creationId xmlns:p14="http://schemas.microsoft.com/office/powerpoint/2010/main" val="2668984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53E1-4E0B-4228-1A19-9B726C77E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426D4-614C-A1F1-B0CB-9222C999D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F7A83-2B94-75CD-36EF-FCC7C43776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954C81-D29A-B327-C888-E14106F2DCBD}"/>
              </a:ext>
            </a:extLst>
          </p:cNvPr>
          <p:cNvSpPr>
            <a:spLocks noGrp="1"/>
          </p:cNvSpPr>
          <p:nvPr>
            <p:ph type="sldNum" sz="quarter" idx="5"/>
          </p:nvPr>
        </p:nvSpPr>
        <p:spPr/>
        <p:txBody>
          <a:bodyPr/>
          <a:lstStyle/>
          <a:p>
            <a:fld id="{4B8D2E8E-6502-49DB-924E-944D3A1A8C00}" type="slidenum">
              <a:rPr lang="en-US" smtClean="0"/>
              <a:t>35</a:t>
            </a:fld>
            <a:endParaRPr lang="en-US"/>
          </a:p>
        </p:txBody>
      </p:sp>
    </p:spTree>
    <p:extLst>
      <p:ext uri="{BB962C8B-B14F-4D97-AF65-F5344CB8AC3E}">
        <p14:creationId xmlns:p14="http://schemas.microsoft.com/office/powerpoint/2010/main" val="19632045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ea typeface="Times New Roman" panose="02020603050405020304" pitchFamily="18" charset="0"/>
              </a:rPr>
              <a:t>What you could do to get you the Exceeds</a:t>
            </a:r>
          </a:p>
          <a:p>
            <a:r>
              <a:rPr lang="en-US" b="1">
                <a:latin typeface="Calibri" panose="020F0502020204030204" pitchFamily="34" charset="0"/>
                <a:ea typeface="Times New Roman" panose="02020603050405020304" pitchFamily="18" charset="0"/>
              </a:rPr>
              <a:t>(Not only does our firm have international capabilities…..)</a:t>
            </a:r>
            <a:br>
              <a:rPr lang="en-US" b="1">
                <a:latin typeface="Calibri" panose="020F0502020204030204" pitchFamily="34" charset="0"/>
                <a:ea typeface="Times New Roman" panose="02020603050405020304" pitchFamily="18" charset="0"/>
              </a:rPr>
            </a:br>
            <a:endParaRPr lang="en-US" b="1">
              <a:latin typeface="Calibri" panose="020F0502020204030204" pitchFamily="34" charset="0"/>
              <a:ea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36</a:t>
            </a:fld>
            <a:endParaRPr lang="en-US"/>
          </a:p>
        </p:txBody>
      </p:sp>
    </p:spTree>
    <p:extLst>
      <p:ext uri="{BB962C8B-B14F-4D97-AF65-F5344CB8AC3E}">
        <p14:creationId xmlns:p14="http://schemas.microsoft.com/office/powerpoint/2010/main" val="3521991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Same question – is this responsive? It’s hard for an evaluator to look at this and determine if they have a solid process. </a:t>
            </a:r>
          </a:p>
          <a:p>
            <a:br>
              <a:rPr lang="en-US" b="1" dirty="0">
                <a:latin typeface="Calibri" panose="020F0502020204030204" pitchFamily="34" charset="0"/>
                <a:ea typeface="Times New Roman" panose="02020603050405020304" pitchFamily="18" charset="0"/>
              </a:rPr>
            </a:br>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37</a:t>
            </a:fld>
            <a:endParaRPr lang="en-US" dirty="0"/>
          </a:p>
        </p:txBody>
      </p:sp>
    </p:spTree>
    <p:extLst>
      <p:ext uri="{BB962C8B-B14F-4D97-AF65-F5344CB8AC3E}">
        <p14:creationId xmlns:p14="http://schemas.microsoft.com/office/powerpoint/2010/main" val="10347038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for a process, be very simplistic and give it to them in steps. </a:t>
            </a:r>
          </a:p>
          <a:p>
            <a:endParaRPr lang="en-US" dirty="0"/>
          </a:p>
          <a:p>
            <a:r>
              <a:rPr lang="en-US" dirty="0"/>
              <a:t>77% of readers are skimmers. </a:t>
            </a:r>
          </a:p>
          <a:p>
            <a:br>
              <a:rPr lang="en-US" b="1" dirty="0">
                <a:latin typeface="Calibri" panose="020F0502020204030204" pitchFamily="34" charset="0"/>
                <a:ea typeface="Times New Roman" panose="02020603050405020304" pitchFamily="18" charset="0"/>
              </a:rPr>
            </a:br>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38</a:t>
            </a:fld>
            <a:endParaRPr lang="en-US" dirty="0"/>
          </a:p>
        </p:txBody>
      </p:sp>
    </p:spTree>
    <p:extLst>
      <p:ext uri="{BB962C8B-B14F-4D97-AF65-F5344CB8AC3E}">
        <p14:creationId xmlns:p14="http://schemas.microsoft.com/office/powerpoint/2010/main" val="31589548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latin typeface="Calibri" panose="020F0502020204030204" pitchFamily="34"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We tend to see this in larger, state government, highly technical proposals</a:t>
            </a:r>
          </a:p>
          <a:p>
            <a:endParaRPr lang="en-US"/>
          </a:p>
          <a:p>
            <a:r>
              <a:rPr lang="en-US"/>
              <a:t>They are asking for a heck of a lot here, and you’ve got to unpack it and make sure that you address Every. Single. Thing. </a:t>
            </a:r>
          </a:p>
          <a:p>
            <a:endParaRPr lang="en-US"/>
          </a:p>
          <a:p>
            <a:r>
              <a:rPr lang="en-US"/>
              <a:t>How many questions are they actually asking here? (next slide)</a:t>
            </a:r>
            <a:br>
              <a:rPr lang="en-US" b="1">
                <a:latin typeface="Calibri" panose="020F0502020204030204" pitchFamily="34" charset="0"/>
                <a:ea typeface="Times New Roman" panose="02020603050405020304" pitchFamily="18" charset="0"/>
              </a:rPr>
            </a:br>
            <a:endParaRPr lang="en-US" b="1">
              <a:latin typeface="Calibri" panose="020F0502020204030204" pitchFamily="34" charset="0"/>
              <a:ea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39</a:t>
            </a:fld>
            <a:endParaRPr lang="en-US"/>
          </a:p>
        </p:txBody>
      </p:sp>
    </p:spTree>
    <p:extLst>
      <p:ext uri="{BB962C8B-B14F-4D97-AF65-F5344CB8AC3E}">
        <p14:creationId xmlns:p14="http://schemas.microsoft.com/office/powerpoint/2010/main" val="23389207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ea typeface="Times New Roman" panose="02020603050405020304" pitchFamily="18" charset="0"/>
              </a:rPr>
              <a:t>8 different questions here</a:t>
            </a:r>
            <a:br>
              <a:rPr lang="en-US" b="1" dirty="0">
                <a:latin typeface="Calibri" panose="020F0502020204030204" pitchFamily="34" charset="0"/>
                <a:ea typeface="Times New Roman" panose="02020603050405020304" pitchFamily="18" charset="0"/>
              </a:rPr>
            </a:br>
            <a:endParaRPr lang="en-US" b="1" dirty="0">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B8D2E8E-6502-49DB-924E-944D3A1A8C00}" type="slidenum">
              <a:rPr lang="en-US" smtClean="0"/>
              <a:t>40</a:t>
            </a:fld>
            <a:endParaRPr lang="en-US"/>
          </a:p>
        </p:txBody>
      </p:sp>
    </p:spTree>
    <p:extLst>
      <p:ext uri="{BB962C8B-B14F-4D97-AF65-F5344CB8AC3E}">
        <p14:creationId xmlns:p14="http://schemas.microsoft.com/office/powerpoint/2010/main" val="25267727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better approach would be to list each of the three words and have one bullet for each one. (do this when you’re building the shell at the beginning so when things get rushed at the end when it’s easier to miss things, you’re not under pressure</a:t>
            </a:r>
          </a:p>
          <a:p>
            <a:endParaRPr lang="en-US"/>
          </a:p>
          <a:p>
            <a:r>
              <a:rPr lang="en-US"/>
              <a:t>Our eyes don’t love big blocks of text</a:t>
            </a: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41</a:t>
            </a:fld>
            <a:endParaRPr lang="en-US"/>
          </a:p>
        </p:txBody>
      </p:sp>
    </p:spTree>
    <p:extLst>
      <p:ext uri="{BB962C8B-B14F-4D97-AF65-F5344CB8AC3E}">
        <p14:creationId xmlns:p14="http://schemas.microsoft.com/office/powerpoint/2010/main" val="6710637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latin typeface="Calibri" panose="020F0502020204030204" pitchFamily="34" charset="0"/>
              <a:ea typeface="Times New Roman" panose="02020603050405020304" pitchFamily="18" charset="0"/>
            </a:endParaRPr>
          </a:p>
          <a:p>
            <a:r>
              <a:rPr lang="en-US" dirty="0"/>
              <a:t>Here’s a bit of an easier example</a:t>
            </a:r>
          </a:p>
          <a:p>
            <a:endParaRPr lang="en-US" dirty="0"/>
          </a:p>
          <a:p>
            <a:r>
              <a:rPr lang="en-US" dirty="0"/>
              <a:t>Don’t assume that “ability, capacity, and skill” all mean the same thing. Break them out. That is NOT just one question, it’s three. </a:t>
            </a:r>
          </a:p>
          <a:p>
            <a:endParaRPr lang="en-US" dirty="0">
              <a:solidFill>
                <a:srgbClr val="FF0000"/>
              </a:solidFill>
            </a:endParaRPr>
          </a:p>
          <a:p>
            <a:r>
              <a:rPr lang="en-US" b="1" dirty="0">
                <a:solidFill>
                  <a:srgbClr val="FF0000"/>
                </a:solidFill>
              </a:rPr>
              <a:t>INPUT: How might you consider breaking this out? </a:t>
            </a:r>
          </a:p>
          <a:p>
            <a:br>
              <a:rPr lang="en-US" b="1" dirty="0">
                <a:latin typeface="Calibri" panose="020F0502020204030204" pitchFamily="34" charset="0"/>
                <a:ea typeface="Times New Roman" panose="02020603050405020304" pitchFamily="18" charset="0"/>
              </a:rPr>
            </a:br>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42</a:t>
            </a:fld>
            <a:endParaRPr lang="en-US" dirty="0"/>
          </a:p>
        </p:txBody>
      </p:sp>
    </p:spTree>
    <p:extLst>
      <p:ext uri="{BB962C8B-B14F-4D97-AF65-F5344CB8AC3E}">
        <p14:creationId xmlns:p14="http://schemas.microsoft.com/office/powerpoint/2010/main" val="15990780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approach would be to list each of the three words and have one bullet for each one. </a:t>
            </a:r>
          </a:p>
          <a:p>
            <a:endParaRPr lang="en-US" b="1" dirty="0">
              <a:latin typeface="Calibri" panose="020F0502020204030204" pitchFamily="34" charset="0"/>
              <a:ea typeface="Times New Roman" panose="02020603050405020304" pitchFamily="18" charset="0"/>
            </a:endParaRPr>
          </a:p>
          <a:p>
            <a:br>
              <a:rPr lang="en-US" b="1" dirty="0">
                <a:latin typeface="Calibri" panose="020F0502020204030204" pitchFamily="34" charset="0"/>
                <a:ea typeface="Times New Roman" panose="02020603050405020304" pitchFamily="18" charset="0"/>
              </a:rPr>
            </a:br>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43</a:t>
            </a:fld>
            <a:endParaRPr lang="en-US" dirty="0"/>
          </a:p>
        </p:txBody>
      </p:sp>
    </p:spTree>
    <p:extLst>
      <p:ext uri="{BB962C8B-B14F-4D97-AF65-F5344CB8AC3E}">
        <p14:creationId xmlns:p14="http://schemas.microsoft.com/office/powerpoint/2010/main" val="7249412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no mistake, you are competing for attention span</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44</a:t>
            </a:fld>
            <a:endParaRPr lang="en-US" dirty="0"/>
          </a:p>
        </p:txBody>
      </p:sp>
    </p:spTree>
    <p:extLst>
      <p:ext uri="{BB962C8B-B14F-4D97-AF65-F5344CB8AC3E}">
        <p14:creationId xmlns:p14="http://schemas.microsoft.com/office/powerpoint/2010/main" val="33021870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WIIFM</a:t>
            </a:r>
          </a:p>
        </p:txBody>
      </p:sp>
      <p:sp>
        <p:nvSpPr>
          <p:cNvPr id="4" name="Slide Number Placeholder 3"/>
          <p:cNvSpPr>
            <a:spLocks noGrp="1"/>
          </p:cNvSpPr>
          <p:nvPr>
            <p:ph type="sldNum" sz="quarter" idx="5"/>
          </p:nvPr>
        </p:nvSpPr>
        <p:spPr/>
        <p:txBody>
          <a:bodyPr/>
          <a:lstStyle/>
          <a:p>
            <a:fld id="{C39C17B8-51EA-3447-9B6D-3E1865D39FBF}" type="slidenum">
              <a:rPr lang="en-US" smtClean="0"/>
              <a:t>45</a:t>
            </a:fld>
            <a:endParaRPr lang="en-US" dirty="0"/>
          </a:p>
        </p:txBody>
      </p:sp>
    </p:spTree>
    <p:extLst>
      <p:ext uri="{BB962C8B-B14F-4D97-AF65-F5344CB8AC3E}">
        <p14:creationId xmlns:p14="http://schemas.microsoft.com/office/powerpoint/2010/main" val="1543534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provide…</a:t>
            </a:r>
          </a:p>
          <a:p>
            <a:r>
              <a:rPr lang="en-US" dirty="0"/>
              <a:t>We have experience with…</a:t>
            </a:r>
          </a:p>
          <a:p>
            <a:endParaRPr lang="en-US" dirty="0"/>
          </a:p>
          <a:p>
            <a:r>
              <a:rPr lang="en-US" dirty="0"/>
              <a:t>Subtle but powerful nuance</a:t>
            </a:r>
          </a:p>
          <a:p>
            <a:endParaRPr lang="en-US" dirty="0"/>
          </a:p>
          <a:p>
            <a:r>
              <a:rPr lang="en-US" dirty="0"/>
              <a:t>WIIFM </a:t>
            </a:r>
          </a:p>
        </p:txBody>
      </p:sp>
      <p:sp>
        <p:nvSpPr>
          <p:cNvPr id="4" name="Slide Number Placeholder 3"/>
          <p:cNvSpPr>
            <a:spLocks noGrp="1"/>
          </p:cNvSpPr>
          <p:nvPr>
            <p:ph type="sldNum" sz="quarter" idx="5"/>
          </p:nvPr>
        </p:nvSpPr>
        <p:spPr/>
        <p:txBody>
          <a:bodyPr/>
          <a:lstStyle/>
          <a:p>
            <a:fld id="{C39C17B8-51EA-3447-9B6D-3E1865D39FBF}" type="slidenum">
              <a:rPr lang="en-US" smtClean="0"/>
              <a:t>46</a:t>
            </a:fld>
            <a:endParaRPr lang="en-US" dirty="0"/>
          </a:p>
        </p:txBody>
      </p:sp>
    </p:spTree>
    <p:extLst>
      <p:ext uri="{BB962C8B-B14F-4D97-AF65-F5344CB8AC3E}">
        <p14:creationId xmlns:p14="http://schemas.microsoft.com/office/powerpoint/2010/main" val="20712174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Statement </a:t>
            </a:r>
          </a:p>
          <a:p>
            <a:endParaRPr lang="en-US" dirty="0"/>
          </a:p>
          <a:p>
            <a:r>
              <a:rPr lang="en-US" dirty="0"/>
              <a:t>We are always more interested in WIIFM than in other people</a:t>
            </a:r>
          </a:p>
          <a:p>
            <a:endParaRPr lang="en-US" dirty="0"/>
          </a:p>
          <a:p>
            <a:r>
              <a:rPr lang="en-US" dirty="0"/>
              <a:t>Let me show you a specific example, and then we’re going to have you work on this. </a:t>
            </a:r>
          </a:p>
          <a:p>
            <a:endParaRPr lang="en-US" dirty="0"/>
          </a:p>
          <a:p>
            <a:endParaRPr lang="en-US" b="1" dirty="0">
              <a:latin typeface="Calibri" panose="020F0502020204030204" pitchFamily="34" charset="0"/>
              <a:ea typeface="Times New Roman" panose="02020603050405020304" pitchFamily="18" charset="0"/>
            </a:endParaRPr>
          </a:p>
          <a:p>
            <a:endParaRPr lang="en-US" b="1" dirty="0">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47</a:t>
            </a:fld>
            <a:endParaRPr lang="en-US" dirty="0"/>
          </a:p>
        </p:txBody>
      </p:sp>
    </p:spTree>
    <p:extLst>
      <p:ext uri="{BB962C8B-B14F-4D97-AF65-F5344CB8AC3E}">
        <p14:creationId xmlns:p14="http://schemas.microsoft.com/office/powerpoint/2010/main" val="14812267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ea typeface="Times New Roman" panose="02020603050405020304" pitchFamily="18" charset="0"/>
              </a:rPr>
              <a:t>We’re going to come back and have you do this exercise, but I want to show you a few more examples…</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48</a:t>
            </a:fld>
            <a:endParaRPr lang="en-US" dirty="0"/>
          </a:p>
        </p:txBody>
      </p:sp>
    </p:spTree>
    <p:extLst>
      <p:ext uri="{BB962C8B-B14F-4D97-AF65-F5344CB8AC3E}">
        <p14:creationId xmlns:p14="http://schemas.microsoft.com/office/powerpoint/2010/main" val="31933972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8614">
              <a:defRPr/>
            </a:pPr>
            <a:r>
              <a:rPr lang="en-US" sz="1200" dirty="0">
                <a:latin typeface="Calibri" panose="020F0502020204030204" pitchFamily="34" charset="0"/>
                <a:ea typeface="Calibri" panose="020F0502020204030204" pitchFamily="34" charset="0"/>
                <a:cs typeface="Times New Roman" panose="02020603050405020304" pitchFamily="18" charset="0"/>
              </a:rPr>
              <a:t>This seems like a logical response. They asked about the team, this talks about the team. BUT it doesn’t address the WIIFT</a:t>
            </a:r>
          </a:p>
          <a:p>
            <a:pPr defTabSz="888614">
              <a:defRPr/>
            </a:pPr>
            <a:r>
              <a:rPr lang="en-US" sz="1200" dirty="0">
                <a:latin typeface="Calibri" panose="020F0502020204030204" pitchFamily="34" charset="0"/>
                <a:ea typeface="Calibri" panose="020F0502020204030204" pitchFamily="34" charset="0"/>
                <a:cs typeface="Times New Roman" panose="02020603050405020304" pitchFamily="18" charset="0"/>
              </a:rPr>
              <a:t>That last line – we see that all the time in responses or when we’re reviewing library content. </a:t>
            </a:r>
          </a:p>
          <a:p>
            <a:pPr defTabSz="888614">
              <a:defRPr/>
            </a:pP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defTabSz="888614">
              <a:defRPr/>
            </a:pPr>
            <a:r>
              <a:rPr lang="en-US" sz="1200" dirty="0">
                <a:latin typeface="Calibri" panose="020F0502020204030204" pitchFamily="34" charset="0"/>
                <a:ea typeface="Calibri" panose="020F0502020204030204" pitchFamily="34" charset="0"/>
                <a:cs typeface="Times New Roman" panose="02020603050405020304" pitchFamily="18" charset="0"/>
              </a:rPr>
              <a:t>Again, I want you to think about what they might be wanting when they ask this question. What are they looking for? </a:t>
            </a:r>
          </a:p>
          <a:p>
            <a:pPr defTabSz="888614">
              <a:defRPr/>
            </a:pPr>
            <a:r>
              <a:rPr lang="en-US" sz="1200" dirty="0">
                <a:latin typeface="Calibri" panose="020F0502020204030204" pitchFamily="34" charset="0"/>
                <a:ea typeface="Calibri" panose="020F0502020204030204" pitchFamily="34" charset="0"/>
                <a:cs typeface="Times New Roman" panose="02020603050405020304" pitchFamily="18" charset="0"/>
              </a:rPr>
              <a:t>We go into it like, How can we answer this question, versus What do they really want/need to know</a:t>
            </a:r>
          </a:p>
          <a:p>
            <a:pPr defTabSz="888614">
              <a:defRPr/>
            </a:pPr>
            <a:r>
              <a:rPr lang="en-US" sz="1200" dirty="0">
                <a:latin typeface="Calibri" panose="020F0502020204030204" pitchFamily="34" charset="0"/>
                <a:ea typeface="Calibri" panose="020F0502020204030204" pitchFamily="34" charset="0"/>
                <a:cs typeface="Times New Roman" panose="02020603050405020304" pitchFamily="18" charset="0"/>
              </a:rPr>
              <a:t>Q: What do you think they might care about when they are asking about the team? </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49</a:t>
            </a:fld>
            <a:endParaRPr lang="en-US" dirty="0"/>
          </a:p>
        </p:txBody>
      </p:sp>
    </p:spTree>
    <p:extLst>
      <p:ext uri="{BB962C8B-B14F-4D97-AF65-F5344CB8AC3E}">
        <p14:creationId xmlns:p14="http://schemas.microsoft.com/office/powerpoint/2010/main" val="19557651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8614">
              <a:defRPr/>
            </a:pPr>
            <a:r>
              <a:rPr lang="en-US" sz="1200" dirty="0">
                <a:latin typeface="Calibri" panose="020F0502020204030204" pitchFamily="34" charset="0"/>
                <a:ea typeface="Calibri" panose="020F0502020204030204" pitchFamily="34" charset="0"/>
                <a:cs typeface="Times New Roman" panose="02020603050405020304" pitchFamily="18" charset="0"/>
              </a:rPr>
              <a:t>Make it easy for them to understand right out of the gate. Make it easy for them to follow along. They don’t have the same level of expertise that you do. You’ve got to keep it simple and readable. </a:t>
            </a:r>
          </a:p>
          <a:p>
            <a:endParaRPr lang="en-US" dirty="0"/>
          </a:p>
          <a:p>
            <a:r>
              <a:rPr lang="en-US" dirty="0"/>
              <a:t>WHAT IS IMPORTANT TO YOUR CUSTOMERS? These are things you can make a list of upfront and then pull to customize for each proposal.</a:t>
            </a:r>
          </a:p>
        </p:txBody>
      </p:sp>
      <p:sp>
        <p:nvSpPr>
          <p:cNvPr id="4" name="Slide Number Placeholder 3"/>
          <p:cNvSpPr>
            <a:spLocks noGrp="1"/>
          </p:cNvSpPr>
          <p:nvPr>
            <p:ph type="sldNum" sz="quarter" idx="5"/>
          </p:nvPr>
        </p:nvSpPr>
        <p:spPr/>
        <p:txBody>
          <a:bodyPr/>
          <a:lstStyle/>
          <a:p>
            <a:fld id="{C39C17B8-51EA-3447-9B6D-3E1865D39FBF}" type="slidenum">
              <a:rPr lang="en-US" smtClean="0"/>
              <a:t>50</a:t>
            </a:fld>
            <a:endParaRPr lang="en-US" dirty="0"/>
          </a:p>
        </p:txBody>
      </p:sp>
    </p:spTree>
    <p:extLst>
      <p:ext uri="{BB962C8B-B14F-4D97-AF65-F5344CB8AC3E}">
        <p14:creationId xmlns:p14="http://schemas.microsoft.com/office/powerpoint/2010/main" val="4735394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6CDC-0336-035F-371A-5BE1BA6D5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04B40-FD10-818D-43BB-DD1321B26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C8912-479A-C910-ED67-65DBB7DB8498}"/>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Overloading responses with jargon, long paragraphs, or overly technical explanations that evaluators struggle to digest.</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Write in clear, concise, and persuasive language with short paragraphs, bullet points, and visuals where possible.</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3EC2F5C5-C2C2-3DF7-5911-28A685F6D3E5}"/>
              </a:ext>
            </a:extLst>
          </p:cNvPr>
          <p:cNvSpPr>
            <a:spLocks noGrp="1"/>
          </p:cNvSpPr>
          <p:nvPr>
            <p:ph type="sldNum" sz="quarter" idx="5"/>
          </p:nvPr>
        </p:nvSpPr>
        <p:spPr/>
        <p:txBody>
          <a:bodyPr/>
          <a:lstStyle/>
          <a:p>
            <a:fld id="{C39C17B8-51EA-3447-9B6D-3E1865D39FBF}" type="slidenum">
              <a:rPr lang="en-US" smtClean="0"/>
              <a:t>51</a:t>
            </a:fld>
            <a:endParaRPr lang="en-US" dirty="0"/>
          </a:p>
        </p:txBody>
      </p:sp>
    </p:spTree>
    <p:extLst>
      <p:ext uri="{BB962C8B-B14F-4D97-AF65-F5344CB8AC3E}">
        <p14:creationId xmlns:p14="http://schemas.microsoft.com/office/powerpoint/2010/main" val="24846531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D9DA4-D86A-D7B7-35F8-BB2CC8DAB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2CAFD-8260-17A6-34F7-7A661FB97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B7FC4-B1DB-F9EA-B6FD-55AFFB9BED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304DB3-BE82-4DA3-0652-700ACCD29444}"/>
              </a:ext>
            </a:extLst>
          </p:cNvPr>
          <p:cNvSpPr>
            <a:spLocks noGrp="1"/>
          </p:cNvSpPr>
          <p:nvPr>
            <p:ph type="sldNum" sz="quarter" idx="5"/>
          </p:nvPr>
        </p:nvSpPr>
        <p:spPr/>
        <p:txBody>
          <a:bodyPr/>
          <a:lstStyle/>
          <a:p>
            <a:fld id="{4B8D2E8E-6502-49DB-924E-944D3A1A8C00}" type="slidenum">
              <a:rPr lang="en-US" smtClean="0"/>
              <a:t>52</a:t>
            </a:fld>
            <a:endParaRPr lang="en-US"/>
          </a:p>
        </p:txBody>
      </p:sp>
    </p:spTree>
    <p:extLst>
      <p:ext uri="{BB962C8B-B14F-4D97-AF65-F5344CB8AC3E}">
        <p14:creationId xmlns:p14="http://schemas.microsoft.com/office/powerpoint/2010/main" val="23940478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E7C66-51B5-C47D-80F8-C4798D0E7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AF988-28D1-4451-CA76-41B96F964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FC8E0-8F5C-8E22-574F-09C2B19A99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F37F4A-7A2B-3434-3663-6C66749E02E4}"/>
              </a:ext>
            </a:extLst>
          </p:cNvPr>
          <p:cNvSpPr>
            <a:spLocks noGrp="1"/>
          </p:cNvSpPr>
          <p:nvPr>
            <p:ph type="sldNum" sz="quarter" idx="5"/>
          </p:nvPr>
        </p:nvSpPr>
        <p:spPr/>
        <p:txBody>
          <a:bodyPr/>
          <a:lstStyle/>
          <a:p>
            <a:fld id="{4B8D2E8E-6502-49DB-924E-944D3A1A8C00}" type="slidenum">
              <a:rPr lang="en-US" smtClean="0"/>
              <a:t>53</a:t>
            </a:fld>
            <a:endParaRPr lang="en-US"/>
          </a:p>
        </p:txBody>
      </p:sp>
    </p:spTree>
    <p:extLst>
      <p:ext uri="{BB962C8B-B14F-4D97-AF65-F5344CB8AC3E}">
        <p14:creationId xmlns:p14="http://schemas.microsoft.com/office/powerpoint/2010/main" val="1896479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02B9-CD43-BBC7-D386-E142EB402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8463B-7E1D-E39E-EC96-9F8FD19F5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3E6F5-D7F2-3DC1-A5C9-01A470E01E19}"/>
              </a:ext>
            </a:extLst>
          </p:cNvPr>
          <p:cNvSpPr>
            <a:spLocks noGrp="1"/>
          </p:cNvSpPr>
          <p:nvPr>
            <p:ph type="body" idx="1"/>
          </p:nvPr>
        </p:nvSpPr>
        <p:spPr/>
        <p:txBody>
          <a:bodyPr/>
          <a:lstStyle/>
          <a:p>
            <a:r>
              <a:rPr lang="en-US"/>
              <a:t>Break it up with </a:t>
            </a:r>
            <a:r>
              <a:rPr lang="en-US" err="1"/>
              <a:t>subheaders</a:t>
            </a:r>
            <a:r>
              <a:rPr lang="en-US"/>
              <a:t>, bullets, etc.</a:t>
            </a:r>
          </a:p>
          <a:p>
            <a:r>
              <a:rPr lang="en-US"/>
              <a:t>Use their language</a:t>
            </a:r>
          </a:p>
          <a:p>
            <a:r>
              <a:rPr lang="en-US"/>
              <a:t>Most of the evaluators had nothing to do with writing the RFP, so they don’t know it well themselves</a:t>
            </a:r>
          </a:p>
          <a:p>
            <a:r>
              <a:rPr lang="en-US"/>
              <a:t>Icons are the best! Key themes to follow along through the writing</a:t>
            </a:r>
          </a:p>
          <a:p>
            <a:pPr marL="0" marR="0">
              <a:spcBef>
                <a:spcPts val="0"/>
              </a:spcBef>
              <a:spcAft>
                <a:spcPts val="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It’s like a good realtor showing a house to a potential buyer – they guide them through, they emphasize the things they want them to focus on. </a:t>
            </a:r>
            <a:endParaRPr lang="en-US"/>
          </a:p>
          <a:p>
            <a:endParaRPr lang="en-US"/>
          </a:p>
        </p:txBody>
      </p:sp>
      <p:sp>
        <p:nvSpPr>
          <p:cNvPr id="4" name="Slide Number Placeholder 3">
            <a:extLst>
              <a:ext uri="{FF2B5EF4-FFF2-40B4-BE49-F238E27FC236}">
                <a16:creationId xmlns:a16="http://schemas.microsoft.com/office/drawing/2014/main" id="{92796F88-1DB7-F488-195A-C0A3586B06FD}"/>
              </a:ext>
            </a:extLst>
          </p:cNvPr>
          <p:cNvSpPr>
            <a:spLocks noGrp="1"/>
          </p:cNvSpPr>
          <p:nvPr>
            <p:ph type="sldNum" sz="quarter" idx="5"/>
          </p:nvPr>
        </p:nvSpPr>
        <p:spPr/>
        <p:txBody>
          <a:bodyPr/>
          <a:lstStyle/>
          <a:p>
            <a:fld id="{4B8D2E8E-6502-49DB-924E-944D3A1A8C00}" type="slidenum">
              <a:rPr lang="en-US" smtClean="0"/>
              <a:t>54</a:t>
            </a:fld>
            <a:endParaRPr lang="en-US"/>
          </a:p>
        </p:txBody>
      </p:sp>
    </p:spTree>
    <p:extLst>
      <p:ext uri="{BB962C8B-B14F-4D97-AF65-F5344CB8AC3E}">
        <p14:creationId xmlns:p14="http://schemas.microsoft.com/office/powerpoint/2010/main" val="11595197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Break it up with </a:t>
            </a:r>
            <a:r>
              <a:rPr lang="en-US" err="1"/>
              <a:t>subheaders</a:t>
            </a:r>
            <a:r>
              <a:rPr lang="en-US"/>
              <a:t>, bullets, etc.</a:t>
            </a:r>
          </a:p>
          <a:p>
            <a:r>
              <a:rPr lang="en-US"/>
              <a:t>Use their language</a:t>
            </a:r>
          </a:p>
          <a:p>
            <a:r>
              <a:rPr lang="en-US"/>
              <a:t>Most of the evaluators had nothing to do with writing the RFP, so they don’t know it well themselves</a:t>
            </a:r>
          </a:p>
          <a:p>
            <a:r>
              <a:rPr lang="en-US"/>
              <a:t>Icons are the best! Key themes to follow along through the writing</a:t>
            </a:r>
          </a:p>
          <a:p>
            <a:pPr marL="0" marR="0">
              <a:spcBef>
                <a:spcPts val="0"/>
              </a:spcBef>
              <a:spcAft>
                <a:spcPts val="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It’s like a good realtor showing a house to a potential buyer – they guide them through, they emphasize the things they want them to focus on. </a:t>
            </a:r>
            <a:endParaRPr lang="en-US"/>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55</a:t>
            </a:fld>
            <a:endParaRPr lang="en-US"/>
          </a:p>
        </p:txBody>
      </p:sp>
    </p:spTree>
    <p:extLst>
      <p:ext uri="{BB962C8B-B14F-4D97-AF65-F5344CB8AC3E}">
        <p14:creationId xmlns:p14="http://schemas.microsoft.com/office/powerpoint/2010/main" val="30376619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1">
                <a:latin typeface="Calibri" panose="020F0502020204030204" pitchFamily="34" charset="0"/>
                <a:ea typeface="Times New Roman" panose="02020603050405020304" pitchFamily="18" charset="0"/>
              </a:rPr>
            </a:br>
            <a:r>
              <a:rPr lang="en-US" b="1">
                <a:latin typeface="Calibri" panose="020F0502020204030204" pitchFamily="34" charset="0"/>
                <a:ea typeface="Times New Roman" panose="02020603050405020304" pitchFamily="18" charset="0"/>
              </a:rPr>
              <a:t>High level bullets to give those skimmers something, and then you can go into more details with each one. </a:t>
            </a: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56</a:t>
            </a:fld>
            <a:endParaRPr lang="en-US"/>
          </a:p>
        </p:txBody>
      </p:sp>
    </p:spTree>
    <p:extLst>
      <p:ext uri="{BB962C8B-B14F-4D97-AF65-F5344CB8AC3E}">
        <p14:creationId xmlns:p14="http://schemas.microsoft.com/office/powerpoint/2010/main" val="34437695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How would you fill in the last three?</a:t>
            </a:r>
          </a:p>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Must </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Consider</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Provided</a:t>
            </a:r>
          </a:p>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B8D2E8E-6502-49DB-924E-944D3A1A8C00}" type="slidenum">
              <a:rPr lang="en-US" smtClean="0"/>
              <a:t>57</a:t>
            </a:fld>
            <a:endParaRPr lang="en-US"/>
          </a:p>
        </p:txBody>
      </p:sp>
    </p:spTree>
    <p:extLst>
      <p:ext uri="{BB962C8B-B14F-4D97-AF65-F5344CB8AC3E}">
        <p14:creationId xmlns:p14="http://schemas.microsoft.com/office/powerpoint/2010/main" val="21900311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You also want to be succinct. </a:t>
            </a:r>
          </a:p>
          <a:p>
            <a:pPr marL="0" marR="0">
              <a:spcBef>
                <a:spcPts val="0"/>
              </a:spcBef>
              <a:spcAft>
                <a:spcPts val="0"/>
              </a:spcAft>
            </a:pPr>
            <a:endParaRPr lang="en-US"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American Press Institute presented evidence there was a correlation between shorter sentences and reader comprehension. They found:</a:t>
            </a:r>
            <a:endParaRPr lang="en-US" sz="1200" dirty="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 sentences that were 8 words or less, readers understood (switch slides) 100% of the information.</a:t>
            </a:r>
            <a:endParaRPr lang="en-US" sz="1200" dirty="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 sentences that were 14 words long, readers understood 90%.</a:t>
            </a:r>
            <a:endParaRPr lang="en-US" sz="1200" dirty="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 sentences that were 43 words or longer, comprehension dropped to less than 10%.</a:t>
            </a:r>
            <a:endParaRPr lang="en-US" sz="1200" dirty="0">
              <a:effectLst/>
              <a:latin typeface="Calibri" panose="020F0502020204030204" pitchFamily="34"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B8D2E8E-6502-49DB-924E-944D3A1A8C00}" type="slidenum">
              <a:rPr lang="en-US" smtClean="0"/>
              <a:t>58</a:t>
            </a:fld>
            <a:endParaRPr lang="en-US"/>
          </a:p>
        </p:txBody>
      </p:sp>
    </p:spTree>
    <p:extLst>
      <p:ext uri="{BB962C8B-B14F-4D97-AF65-F5344CB8AC3E}">
        <p14:creationId xmlns:p14="http://schemas.microsoft.com/office/powerpoint/2010/main" val="23284246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59</a:t>
            </a:fld>
            <a:endParaRPr lang="en-US"/>
          </a:p>
        </p:txBody>
      </p:sp>
    </p:spTree>
    <p:extLst>
      <p:ext uri="{BB962C8B-B14F-4D97-AF65-F5344CB8AC3E}">
        <p14:creationId xmlns:p14="http://schemas.microsoft.com/office/powerpoint/2010/main" val="8780543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60</a:t>
            </a:fld>
            <a:endParaRPr lang="en-US"/>
          </a:p>
        </p:txBody>
      </p:sp>
    </p:spTree>
    <p:extLst>
      <p:ext uri="{BB962C8B-B14F-4D97-AF65-F5344CB8AC3E}">
        <p14:creationId xmlns:p14="http://schemas.microsoft.com/office/powerpoint/2010/main" val="42915232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200"/>
              </a:spcBef>
              <a:spcAft>
                <a:spcPts val="0"/>
              </a:spcAft>
            </a:pPr>
            <a:r>
              <a:rPr lang="en-US" sz="1200" b="1">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Be Succinct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Paragraphs should be no more than 4-5 sentences. Sentences should average 15-20 words per sentence.</a:t>
            </a:r>
          </a:p>
          <a:p>
            <a:pPr marL="0" marR="0">
              <a:lnSpc>
                <a:spcPct val="115000"/>
              </a:lnSpc>
              <a:spcBef>
                <a:spcPts val="0"/>
              </a:spcBef>
              <a:spcAft>
                <a:spcPts val="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Story of Misti telling me that no one would write sentences that were that long. Then hers were</a:t>
            </a:r>
          </a:p>
          <a:p>
            <a:pPr marL="0" marR="0">
              <a:lnSpc>
                <a:spcPct val="115000"/>
              </a:lnSpc>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It sneaks up on you</a:t>
            </a:r>
          </a:p>
          <a:p>
            <a:pPr marL="0" marR="0">
              <a:spcBef>
                <a:spcPts val="0"/>
              </a:spcBef>
              <a:spcAft>
                <a:spcPts val="0"/>
              </a:spcAft>
            </a:pPr>
            <a:r>
              <a:rPr lang="en-US" sz="1200">
                <a:effectLst/>
                <a:latin typeface="Calibri" panose="020F0502020204030204" pitchFamily="34" charset="0"/>
                <a:ea typeface="Calibri" panose="020F0502020204030204" pitchFamily="34" charset="0"/>
                <a:cs typeface="Times New Roman" panose="02020603050405020304" pitchFamily="18" charset="0"/>
              </a:rPr>
              <a:t> </a:t>
            </a:r>
            <a:endParaRPr lang="en-US"/>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61</a:t>
            </a:fld>
            <a:endParaRPr lang="en-US"/>
          </a:p>
        </p:txBody>
      </p:sp>
    </p:spTree>
    <p:extLst>
      <p:ext uri="{BB962C8B-B14F-4D97-AF65-F5344CB8AC3E}">
        <p14:creationId xmlns:p14="http://schemas.microsoft.com/office/powerpoint/2010/main" val="40265381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 Which one do you feel reads better? </a:t>
            </a: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62</a:t>
            </a:fld>
            <a:endParaRPr lang="en-US"/>
          </a:p>
        </p:txBody>
      </p:sp>
    </p:spTree>
    <p:extLst>
      <p:ext uri="{BB962C8B-B14F-4D97-AF65-F5344CB8AC3E}">
        <p14:creationId xmlns:p14="http://schemas.microsoft.com/office/powerpoint/2010/main" val="201146473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Which one do you feel reads better?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one is understandable, but it’s not absorbable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important to pay attention to the simplicity of writing to a lower grade level; let me tell you what I mean by that</a:t>
            </a:r>
          </a:p>
          <a:p>
            <a:endParaRPr lang="en-US" dirty="0"/>
          </a:p>
        </p:txBody>
      </p:sp>
      <p:sp>
        <p:nvSpPr>
          <p:cNvPr id="4" name="Slide Number Placeholder 3"/>
          <p:cNvSpPr>
            <a:spLocks noGrp="1"/>
          </p:cNvSpPr>
          <p:nvPr>
            <p:ph type="sldNum" sz="quarter" idx="5"/>
          </p:nvPr>
        </p:nvSpPr>
        <p:spPr/>
        <p:txBody>
          <a:bodyPr/>
          <a:lstStyle/>
          <a:p>
            <a:fld id="{4B8D2E8E-6502-49DB-924E-944D3A1A8C00}" type="slidenum">
              <a:rPr lang="en-US" smtClean="0"/>
              <a:t>63</a:t>
            </a:fld>
            <a:endParaRPr lang="en-US"/>
          </a:p>
        </p:txBody>
      </p:sp>
    </p:spTree>
    <p:extLst>
      <p:ext uri="{BB962C8B-B14F-4D97-AF65-F5344CB8AC3E}">
        <p14:creationId xmlns:p14="http://schemas.microsoft.com/office/powerpoint/2010/main" val="7244984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Most mainstream magazines focus on 6-8</a:t>
            </a:r>
            <a:r>
              <a:rPr lang="en-US" baseline="30000"/>
              <a:t>th</a:t>
            </a:r>
            <a:r>
              <a:rPr lang="en-US"/>
              <a:t> grade level. </a:t>
            </a:r>
          </a:p>
          <a:p>
            <a:endParaRPr lang="en-US"/>
          </a:p>
          <a:p>
            <a:r>
              <a:rPr lang="en-US"/>
              <a:t>This is not about dumming it down because people can’t understand the first one. It’s about making it easier for the reader to absorb – with everything else that is swirling around us</a:t>
            </a:r>
          </a:p>
          <a:p>
            <a:endParaRPr lang="en-US"/>
          </a:p>
          <a:p>
            <a:r>
              <a:rPr lang="en-US"/>
              <a:t>We’ll be sending out a copy of this presentation that will include a Writing guide, and in that guide we have included information on how to access the Word readability feature</a:t>
            </a:r>
          </a:p>
          <a:p>
            <a:endParaRPr lang="en-US"/>
          </a:p>
          <a:p>
            <a:r>
              <a:rPr lang="en-US"/>
              <a:t>If extremely technical, it might be more like 8</a:t>
            </a:r>
            <a:r>
              <a:rPr lang="en-US" baseline="30000"/>
              <a:t>th</a:t>
            </a:r>
            <a:r>
              <a:rPr lang="en-US"/>
              <a:t> or 9</a:t>
            </a:r>
            <a:r>
              <a:rPr lang="en-US" baseline="30000"/>
              <a:t>th</a:t>
            </a:r>
            <a:r>
              <a:rPr lang="en-US"/>
              <a:t> grade; Avoid going over 10</a:t>
            </a:r>
            <a:r>
              <a:rPr lang="en-US" baseline="30000"/>
              <a:t>th</a:t>
            </a:r>
            <a:r>
              <a:rPr lang="en-US"/>
              <a:t> grade even with highly technical</a:t>
            </a: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64</a:t>
            </a:fld>
            <a:endParaRPr lang="en-US"/>
          </a:p>
        </p:txBody>
      </p:sp>
    </p:spTree>
    <p:extLst>
      <p:ext uri="{BB962C8B-B14F-4D97-AF65-F5344CB8AC3E}">
        <p14:creationId xmlns:p14="http://schemas.microsoft.com/office/powerpoint/2010/main" val="16294382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6BF8F-AD3B-12A6-05BA-444F9D54D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AD1D0-F7A8-27CA-168E-E01437D74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83E1C-91C4-B28F-6236-8149FC2505D3}"/>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Rushing leads to errors, missed details, and poor-quality writing.</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Follow a structured proposal timeline, allowing time for drafts, reviews, and revisions before submission.</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5DEE6E30-34E9-492A-8834-216B72EED88D}"/>
              </a:ext>
            </a:extLst>
          </p:cNvPr>
          <p:cNvSpPr>
            <a:spLocks noGrp="1"/>
          </p:cNvSpPr>
          <p:nvPr>
            <p:ph type="sldNum" sz="quarter" idx="5"/>
          </p:nvPr>
        </p:nvSpPr>
        <p:spPr/>
        <p:txBody>
          <a:bodyPr/>
          <a:lstStyle/>
          <a:p>
            <a:fld id="{C39C17B8-51EA-3447-9B6D-3E1865D39FBF}" type="slidenum">
              <a:rPr lang="en-US" smtClean="0"/>
              <a:t>65</a:t>
            </a:fld>
            <a:endParaRPr lang="en-US" dirty="0"/>
          </a:p>
        </p:txBody>
      </p:sp>
    </p:spTree>
    <p:extLst>
      <p:ext uri="{BB962C8B-B14F-4D97-AF65-F5344CB8AC3E}">
        <p14:creationId xmlns:p14="http://schemas.microsoft.com/office/powerpoint/2010/main" val="33096667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150E8-856E-15C3-AE2F-5C47999C8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337CA-A0C4-EB8D-B35F-D6B928F18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3CEFA-4450-79E4-20B2-C420816178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Most mainstream magazines focus on 6-8</a:t>
            </a:r>
            <a:r>
              <a:rPr lang="en-US" baseline="30000"/>
              <a:t>th</a:t>
            </a:r>
            <a:r>
              <a:rPr lang="en-US"/>
              <a:t> grade level. </a:t>
            </a:r>
          </a:p>
          <a:p>
            <a:endParaRPr lang="en-US"/>
          </a:p>
          <a:p>
            <a:r>
              <a:rPr lang="en-US"/>
              <a:t>This is not about dumming it down because people can’t understand the first one. It’s about making it easier for the reader to absorb – with everything else that is swirling around us</a:t>
            </a:r>
          </a:p>
          <a:p>
            <a:endParaRPr lang="en-US"/>
          </a:p>
          <a:p>
            <a:r>
              <a:rPr lang="en-US"/>
              <a:t>We’ll be sending out a copy of this presentation that will include a Writing guide, and in that guide we have included information on how to access the Word readability feature</a:t>
            </a:r>
          </a:p>
          <a:p>
            <a:endParaRPr lang="en-US"/>
          </a:p>
          <a:p>
            <a:r>
              <a:rPr lang="en-US"/>
              <a:t>If extremely technical, it might be more like 8</a:t>
            </a:r>
            <a:r>
              <a:rPr lang="en-US" baseline="30000"/>
              <a:t>th</a:t>
            </a:r>
            <a:r>
              <a:rPr lang="en-US"/>
              <a:t> or 9</a:t>
            </a:r>
            <a:r>
              <a:rPr lang="en-US" baseline="30000"/>
              <a:t>th</a:t>
            </a:r>
            <a:r>
              <a:rPr lang="en-US"/>
              <a:t> grade; Avoid going over 10</a:t>
            </a:r>
            <a:r>
              <a:rPr lang="en-US" baseline="30000"/>
              <a:t>th</a:t>
            </a:r>
            <a:r>
              <a:rPr lang="en-US"/>
              <a:t> grade even with highly technical</a:t>
            </a:r>
          </a:p>
          <a:p>
            <a:endParaRPr lang="en-US"/>
          </a:p>
        </p:txBody>
      </p:sp>
      <p:sp>
        <p:nvSpPr>
          <p:cNvPr id="4" name="Slide Number Placeholder 3">
            <a:extLst>
              <a:ext uri="{FF2B5EF4-FFF2-40B4-BE49-F238E27FC236}">
                <a16:creationId xmlns:a16="http://schemas.microsoft.com/office/drawing/2014/main" id="{1628E96E-060D-802D-68F1-E184954385BB}"/>
              </a:ext>
            </a:extLst>
          </p:cNvPr>
          <p:cNvSpPr>
            <a:spLocks noGrp="1"/>
          </p:cNvSpPr>
          <p:nvPr>
            <p:ph type="sldNum" sz="quarter" idx="5"/>
          </p:nvPr>
        </p:nvSpPr>
        <p:spPr/>
        <p:txBody>
          <a:bodyPr/>
          <a:lstStyle/>
          <a:p>
            <a:fld id="{4B8D2E8E-6502-49DB-924E-944D3A1A8C00}" type="slidenum">
              <a:rPr lang="en-US" smtClean="0"/>
              <a:t>66</a:t>
            </a:fld>
            <a:endParaRPr lang="en-US"/>
          </a:p>
        </p:txBody>
      </p:sp>
    </p:spTree>
    <p:extLst>
      <p:ext uri="{BB962C8B-B14F-4D97-AF65-F5344CB8AC3E}">
        <p14:creationId xmlns:p14="http://schemas.microsoft.com/office/powerpoint/2010/main" val="7540257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23E1-780D-5FD6-3BED-F1386B7D6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D8B52-BB6F-9DF7-8EF9-0EA4495E0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A455B-6C8A-CAAD-82A2-DA8438033D69}"/>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Not aligning responses with the scoring criteria, making it harder for evaluators to award points.</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Structure your responses to match the evaluation criteria, making it easy for reviewers to find what they need.</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C2537E54-8906-ED5C-4FB8-1300699F677C}"/>
              </a:ext>
            </a:extLst>
          </p:cNvPr>
          <p:cNvSpPr>
            <a:spLocks noGrp="1"/>
          </p:cNvSpPr>
          <p:nvPr>
            <p:ph type="sldNum" sz="quarter" idx="5"/>
          </p:nvPr>
        </p:nvSpPr>
        <p:spPr/>
        <p:txBody>
          <a:bodyPr/>
          <a:lstStyle/>
          <a:p>
            <a:fld id="{C39C17B8-51EA-3447-9B6D-3E1865D39FBF}" type="slidenum">
              <a:rPr lang="en-US" smtClean="0"/>
              <a:t>67</a:t>
            </a:fld>
            <a:endParaRPr lang="en-US" dirty="0"/>
          </a:p>
        </p:txBody>
      </p:sp>
    </p:spTree>
    <p:extLst>
      <p:ext uri="{BB962C8B-B14F-4D97-AF65-F5344CB8AC3E}">
        <p14:creationId xmlns:p14="http://schemas.microsoft.com/office/powerpoint/2010/main" val="29756452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detailed, a nice outline, BUT….</a:t>
            </a:r>
          </a:p>
          <a:p>
            <a:endParaRPr lang="en-US"/>
          </a:p>
          <a:p>
            <a:r>
              <a:rPr lang="en-US"/>
              <a:t>The SOW was completely different from this; we had to structure our proposal in a way that correlated. And that’s not always easy. At the beginning of each answer, we had a little text box that correlated back to these criteria. Example to follow.  </a:t>
            </a: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68</a:t>
            </a:fld>
            <a:endParaRPr lang="en-US"/>
          </a:p>
        </p:txBody>
      </p:sp>
    </p:spTree>
    <p:extLst>
      <p:ext uri="{BB962C8B-B14F-4D97-AF65-F5344CB8AC3E}">
        <p14:creationId xmlns:p14="http://schemas.microsoft.com/office/powerpoint/2010/main" val="26906731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 question here is “why” – be curious. Why do you think that this one area is the most points? </a:t>
            </a:r>
          </a:p>
          <a:p>
            <a:endParaRPr lang="en-US"/>
          </a:p>
          <a:p>
            <a:r>
              <a:rPr lang="en-US"/>
              <a:t>Remember those icons I showed you earlier? This would be a great use of those</a:t>
            </a:r>
          </a:p>
          <a:p>
            <a:endParaRPr lang="en-US"/>
          </a:p>
          <a:p>
            <a:r>
              <a:rPr lang="en-US"/>
              <a:t>Again, use the language in the evaluation criteria when you can</a:t>
            </a:r>
          </a:p>
          <a:p>
            <a:endParaRPr lang="en-US"/>
          </a:p>
          <a:p>
            <a:r>
              <a:rPr lang="en-US"/>
              <a:t>You can also sometimes find hints of hot buttons / where they’ve been burned before – a lot of times that’s where the higher scoring points comes in, especially if it doesn’t seem to make sense</a:t>
            </a:r>
          </a:p>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69</a:t>
            </a:fld>
            <a:endParaRPr lang="en-US"/>
          </a:p>
        </p:txBody>
      </p:sp>
    </p:spTree>
    <p:extLst>
      <p:ext uri="{BB962C8B-B14F-4D97-AF65-F5344CB8AC3E}">
        <p14:creationId xmlns:p14="http://schemas.microsoft.com/office/powerpoint/2010/main" val="34257931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8D2E8E-6502-49DB-924E-944D3A1A8C00}" type="slidenum">
              <a:rPr lang="en-US" smtClean="0"/>
              <a:t>70</a:t>
            </a:fld>
            <a:endParaRPr lang="en-US"/>
          </a:p>
        </p:txBody>
      </p:sp>
    </p:spTree>
    <p:extLst>
      <p:ext uri="{BB962C8B-B14F-4D97-AF65-F5344CB8AC3E}">
        <p14:creationId xmlns:p14="http://schemas.microsoft.com/office/powerpoint/2010/main" val="11098152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5F42B-B577-733E-838E-9FCA37059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6B56C-03F8-DEB4-0F3E-E9D3F2638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83252-4564-C9E4-1FE3-11AF29F5CC2F}"/>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Providing weak references, outdated project examples, or failing to highlight relevant past success.</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Select strong references and tailor past performance examples to closely align with the current RFP requirements.</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97BD104A-74CD-30CC-694B-BF2E223C4E6A}"/>
              </a:ext>
            </a:extLst>
          </p:cNvPr>
          <p:cNvSpPr>
            <a:spLocks noGrp="1"/>
          </p:cNvSpPr>
          <p:nvPr>
            <p:ph type="sldNum" sz="quarter" idx="5"/>
          </p:nvPr>
        </p:nvSpPr>
        <p:spPr/>
        <p:txBody>
          <a:bodyPr/>
          <a:lstStyle/>
          <a:p>
            <a:fld id="{C39C17B8-51EA-3447-9B6D-3E1865D39FBF}" type="slidenum">
              <a:rPr lang="en-US" smtClean="0"/>
              <a:t>71</a:t>
            </a:fld>
            <a:endParaRPr lang="en-US" dirty="0"/>
          </a:p>
        </p:txBody>
      </p:sp>
    </p:spTree>
    <p:extLst>
      <p:ext uri="{BB962C8B-B14F-4D97-AF65-F5344CB8AC3E}">
        <p14:creationId xmlns:p14="http://schemas.microsoft.com/office/powerpoint/2010/main" val="27348205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17140-B4B9-EAC3-51BD-F82AA4D6F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E2E06-FF5A-C08C-66FB-1B5879633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B55045-0E29-8F28-45CE-E5102443558D}"/>
              </a:ext>
            </a:extLst>
          </p:cNvPr>
          <p:cNvSpPr>
            <a:spLocks noGrp="1"/>
          </p:cNvSpPr>
          <p:nvPr>
            <p:ph type="body" idx="1"/>
          </p:nvPr>
        </p:nvSpPr>
        <p:spPr/>
        <p:txBody>
          <a:bodyPr/>
          <a:lstStyle/>
          <a:p>
            <a:pPr algn="l">
              <a:spcAft>
                <a:spcPts val="900"/>
              </a:spcAft>
            </a:pPr>
            <a:r>
              <a:rPr lang="en-US" b="0" i="0" dirty="0">
                <a:solidFill>
                  <a:srgbClr val="000000"/>
                </a:solidFill>
                <a:effectLst/>
                <a:latin typeface="Times New Roman" panose="02020603050405020304" pitchFamily="18" charset="0"/>
              </a:rPr>
              <a:t>Mistake: Typos, formatting errors, and missing sections undermine credibility and professionalism.</a:t>
            </a:r>
            <a:endParaRPr lang="en-US" b="0" i="0" dirty="0">
              <a:solidFill>
                <a:srgbClr val="242424"/>
              </a:solidFill>
              <a:effectLst/>
              <a:latin typeface="Segoe UI" panose="020B0502040204020203" pitchFamily="34" charset="0"/>
            </a:endParaRPr>
          </a:p>
          <a:p>
            <a:pPr algn="l">
              <a:spcAft>
                <a:spcPts val="900"/>
              </a:spcAft>
            </a:pPr>
            <a:r>
              <a:rPr lang="en-US" b="0" i="0" dirty="0">
                <a:solidFill>
                  <a:srgbClr val="000000"/>
                </a:solidFill>
                <a:effectLst/>
                <a:latin typeface="Times New Roman" panose="02020603050405020304" pitchFamily="18" charset="0"/>
              </a:rPr>
              <a:t>Best Practice: Have a separate reviewer (or team) conduct a final quality check before submission.</a:t>
            </a:r>
            <a:endParaRPr lang="en-US" b="0" i="0" dirty="0">
              <a:solidFill>
                <a:srgbClr val="242424"/>
              </a:solidFill>
              <a:effectLst/>
              <a:latin typeface="Segoe UI" panose="020B0502040204020203" pitchFamily="34" charset="0"/>
            </a:endParaRPr>
          </a:p>
          <a:p>
            <a:pPr algn="l">
              <a:spcAft>
                <a:spcPts val="900"/>
              </a:spcAft>
            </a:pPr>
            <a:br>
              <a:rPr lang="en-US" b="0" i="0" dirty="0">
                <a:solidFill>
                  <a:srgbClr val="000000"/>
                </a:solidFill>
                <a:effectLst/>
                <a:latin typeface="Times New Roman" panose="02020603050405020304" pitchFamily="18" charset="0"/>
              </a:rPr>
            </a:br>
            <a:endParaRPr lang="en-US" b="0" i="0" dirty="0">
              <a:solidFill>
                <a:srgbClr val="242424"/>
              </a:solidFill>
              <a:effectLst/>
              <a:latin typeface="Segoe UI" panose="020B0502040204020203" pitchFamily="34" charset="0"/>
            </a:endParaRPr>
          </a:p>
          <a:p>
            <a:pPr algn="l">
              <a:spcAft>
                <a:spcPts val="900"/>
              </a:spcAft>
            </a:pPr>
            <a:endParaRPr lang="en-US" b="0" i="0" dirty="0">
              <a:solidFill>
                <a:srgbClr val="242424"/>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493B98D0-0F64-0CA1-16FB-EC63E499D27D}"/>
              </a:ext>
            </a:extLst>
          </p:cNvPr>
          <p:cNvSpPr>
            <a:spLocks noGrp="1"/>
          </p:cNvSpPr>
          <p:nvPr>
            <p:ph type="sldNum" sz="quarter" idx="5"/>
          </p:nvPr>
        </p:nvSpPr>
        <p:spPr/>
        <p:txBody>
          <a:bodyPr/>
          <a:lstStyle/>
          <a:p>
            <a:fld id="{C39C17B8-51EA-3447-9B6D-3E1865D39FBF}" type="slidenum">
              <a:rPr lang="en-US" smtClean="0"/>
              <a:t>72</a:t>
            </a:fld>
            <a:endParaRPr lang="en-US" dirty="0"/>
          </a:p>
        </p:txBody>
      </p:sp>
    </p:spTree>
    <p:extLst>
      <p:ext uri="{BB962C8B-B14F-4D97-AF65-F5344CB8AC3E}">
        <p14:creationId xmlns:p14="http://schemas.microsoft.com/office/powerpoint/2010/main" val="27997473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AF06-99A2-66B3-D75C-59C4C769C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0E88B-0B1D-BB15-66F2-3ABE0B4C6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1BD35-C683-9360-4277-508EF9015ADA}"/>
              </a:ext>
            </a:extLst>
          </p:cNvPr>
          <p:cNvSpPr>
            <a:spLocks noGrp="1"/>
          </p:cNvSpPr>
          <p:nvPr>
            <p:ph type="body" idx="1"/>
          </p:nvPr>
        </p:nvSpPr>
        <p:spPr/>
        <p:txBody>
          <a:bodyPr/>
          <a:lstStyle/>
          <a:p>
            <a:r>
              <a:rPr lang="en-US" dirty="0"/>
              <a:t>Based on our experience with thousands of RFPs, plus we also talk to a lot of evaluators / procurement folks and these are aligned with what they tell us too</a:t>
            </a:r>
          </a:p>
        </p:txBody>
      </p:sp>
      <p:sp>
        <p:nvSpPr>
          <p:cNvPr id="4" name="Slide Number Placeholder 3">
            <a:extLst>
              <a:ext uri="{FF2B5EF4-FFF2-40B4-BE49-F238E27FC236}">
                <a16:creationId xmlns:a16="http://schemas.microsoft.com/office/drawing/2014/main" id="{47A46605-305F-1EFB-9B01-CAACAAFF4A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9C17B8-51EA-3447-9B6D-3E1865D39F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449837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74</a:t>
            </a:fld>
            <a:endParaRPr lang="en-US" dirty="0"/>
          </a:p>
        </p:txBody>
      </p:sp>
    </p:spTree>
    <p:extLst>
      <p:ext uri="{BB962C8B-B14F-4D97-AF65-F5344CB8AC3E}">
        <p14:creationId xmlns:p14="http://schemas.microsoft.com/office/powerpoint/2010/main" val="1056328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EA85C-6887-8B4A-BC9B-AEC5013E8F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4181A8-E825-AD46-9553-9E132E7EB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E8C048-9269-0645-B049-843516DFF583}"/>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5" name="Footer Placeholder 4">
            <a:extLst>
              <a:ext uri="{FF2B5EF4-FFF2-40B4-BE49-F238E27FC236}">
                <a16:creationId xmlns:a16="http://schemas.microsoft.com/office/drawing/2014/main" id="{0D416C0F-3B1E-EF40-B4FB-754BE1E95F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F43C658-D798-8944-8F1B-65D74657877E}"/>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1532394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AFC2-B2A4-9C4A-9136-00B43E0164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FE1338-0DEE-8A4B-9D3C-15CEB24CBC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E6F15-6E45-3E48-8B84-BBFE24F8364D}"/>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5" name="Footer Placeholder 4">
            <a:extLst>
              <a:ext uri="{FF2B5EF4-FFF2-40B4-BE49-F238E27FC236}">
                <a16:creationId xmlns:a16="http://schemas.microsoft.com/office/drawing/2014/main" id="{E90EFBD2-AB34-9441-A751-64620819CA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2424CA-50C6-2F4A-AC8B-2FFB3FDA3297}"/>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4367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3A67-925E-B743-9243-BD5821DC9A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E64B95-6620-0F4B-B97F-4AE66D67E9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302C4-F565-5D49-9F04-BBFB2B440070}"/>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5" name="Footer Placeholder 4">
            <a:extLst>
              <a:ext uri="{FF2B5EF4-FFF2-40B4-BE49-F238E27FC236}">
                <a16:creationId xmlns:a16="http://schemas.microsoft.com/office/drawing/2014/main" id="{B70F54FF-F298-6A44-A306-EBA2910F43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A148B1-2C45-3B43-B159-61D8376E4796}"/>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274713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3EE2A-5D75-F14D-AA7B-536AB9EDC1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802F94-B865-5548-8911-4548D4C217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A16D7B-7D2A-C546-8E10-0351A80D52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F2DE7-0E93-1641-97EA-27214A5793F4}"/>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6" name="Footer Placeholder 5">
            <a:extLst>
              <a:ext uri="{FF2B5EF4-FFF2-40B4-BE49-F238E27FC236}">
                <a16:creationId xmlns:a16="http://schemas.microsoft.com/office/drawing/2014/main" id="{42C07A13-D528-DB41-A811-9228FEBF971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3FE9443-59A2-974D-A0F9-043837B3FB7A}"/>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302217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827A-5E76-3249-9BFD-93F6868042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DF43D2-C812-CE45-B20E-6DF7DD8D6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9B7403-0A8F-2F46-AB5B-7BE1FBAEC3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4BA2A2-66E4-E842-BFD0-906B92F35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E80EDC-A686-2948-94C5-F64568E6F2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4FA9E3-AA26-754A-9FC1-85893AD5C8C2}"/>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8" name="Footer Placeholder 7">
            <a:extLst>
              <a:ext uri="{FF2B5EF4-FFF2-40B4-BE49-F238E27FC236}">
                <a16:creationId xmlns:a16="http://schemas.microsoft.com/office/drawing/2014/main" id="{A21DD8CA-8B96-A842-844B-FE3D41226FA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F717737-AA6A-0046-BB8C-32CDB29FBA57}"/>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742524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6E0C1-8F42-C04D-AC33-B68252C57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1FBCEA-BCFD-1842-8E31-A8959D0132E8}"/>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4" name="Footer Placeholder 3">
            <a:extLst>
              <a:ext uri="{FF2B5EF4-FFF2-40B4-BE49-F238E27FC236}">
                <a16:creationId xmlns:a16="http://schemas.microsoft.com/office/drawing/2014/main" id="{97048D63-14AC-BF4F-B43A-E34BB5DCC3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1AD29D7-7239-0E46-9CC7-D4997ECA9DF0}"/>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3220418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D7B5B3-7D0C-8D4A-B894-98677BEA370C}"/>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3" name="Footer Placeholder 2">
            <a:extLst>
              <a:ext uri="{FF2B5EF4-FFF2-40B4-BE49-F238E27FC236}">
                <a16:creationId xmlns:a16="http://schemas.microsoft.com/office/drawing/2014/main" id="{AE2FBD49-7929-A142-96E3-4B1E1420AEE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16D392B-F495-4640-97B2-DC1941BA3E60}"/>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976043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72A87-9E9F-CD4E-B056-6D45EAEFA4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1D035-EB88-CB49-B8D8-0F3422DF69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DFCF43-A082-0C4A-9C99-C07D10F84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49A71-0DEC-2048-BFFB-BEB20186774E}"/>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6" name="Footer Placeholder 5">
            <a:extLst>
              <a:ext uri="{FF2B5EF4-FFF2-40B4-BE49-F238E27FC236}">
                <a16:creationId xmlns:a16="http://schemas.microsoft.com/office/drawing/2014/main" id="{7D9D3788-79D9-D641-9E42-682AC24ACE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61391DE-EE5B-D442-A4A7-976E3EF52EA8}"/>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68940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8804-4288-AE44-AE28-321387D46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D81E84-1D72-CA49-B80F-8177A1545F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C6D2BAF-24A8-214F-9786-759CE29B9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C11E2-EF2E-2C49-88F0-90B769A4CE09}"/>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6" name="Footer Placeholder 5">
            <a:extLst>
              <a:ext uri="{FF2B5EF4-FFF2-40B4-BE49-F238E27FC236}">
                <a16:creationId xmlns:a16="http://schemas.microsoft.com/office/drawing/2014/main" id="{46914D16-22BF-C445-9C38-B594A7B9C69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4648A6-AEC8-5041-8080-0D1B1AC4C77F}"/>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62572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F7AAC-5553-B24C-B666-96D344E23E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70FF6C-8673-7B47-A55C-FD24433E78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7CA3F5-B2D5-E247-A885-7D17C38AA3B8}"/>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5" name="Footer Placeholder 4">
            <a:extLst>
              <a:ext uri="{FF2B5EF4-FFF2-40B4-BE49-F238E27FC236}">
                <a16:creationId xmlns:a16="http://schemas.microsoft.com/office/drawing/2014/main" id="{E728CBFB-F652-C642-8252-0CCD9CB369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F1BCD0-CC39-6C42-BC69-AAEC6E329E4C}"/>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3354996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869CE8-86EE-8A40-855D-65533BC0BB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6959C6-FA5B-3B45-807E-8A18E563D5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F56F0D-3E66-DB40-89CE-CF3A63E8366A}"/>
              </a:ext>
            </a:extLst>
          </p:cNvPr>
          <p:cNvSpPr>
            <a:spLocks noGrp="1"/>
          </p:cNvSpPr>
          <p:nvPr>
            <p:ph type="dt" sz="half" idx="10"/>
          </p:nvPr>
        </p:nvSpPr>
        <p:spPr/>
        <p:txBody>
          <a:bodyPr/>
          <a:lstStyle/>
          <a:p>
            <a:fld id="{8A980BEF-EB23-F54E-A8A4-15703FF7B4DF}" type="datetimeFigureOut">
              <a:rPr lang="en-US" smtClean="0"/>
              <a:t>3/17/2025</a:t>
            </a:fld>
            <a:endParaRPr lang="en-US" dirty="0"/>
          </a:p>
        </p:txBody>
      </p:sp>
      <p:sp>
        <p:nvSpPr>
          <p:cNvPr id="5" name="Footer Placeholder 4">
            <a:extLst>
              <a:ext uri="{FF2B5EF4-FFF2-40B4-BE49-F238E27FC236}">
                <a16:creationId xmlns:a16="http://schemas.microsoft.com/office/drawing/2014/main" id="{CA06F772-C8BA-F94E-B5BE-DE8EB0312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A44B1F-9FD6-0747-80A6-49A82342C215}"/>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677166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2192000" cy="6858000"/>
          </a:xfrm>
          <a:prstGeom prst="rect">
            <a:avLst/>
          </a:prstGeom>
          <a:solidFill>
            <a:srgbClr val="D9D9D9"/>
          </a:solidFill>
        </p:spPr>
        <p:txBody>
          <a:bodyPr vert="horz"/>
          <a:lstStyle>
            <a:lvl1pPr>
              <a:defRPr sz="1000"/>
            </a:lvl1pPr>
          </a:lstStyle>
          <a:p>
            <a:endParaRPr lang="en-US"/>
          </a:p>
        </p:txBody>
      </p:sp>
    </p:spTree>
    <p:extLst>
      <p:ext uri="{BB962C8B-B14F-4D97-AF65-F5344CB8AC3E}">
        <p14:creationId xmlns:p14="http://schemas.microsoft.com/office/powerpoint/2010/main" val="4101149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7EC9EE-F51A-461E-BBFD-B43BFCFC1353}"/>
              </a:ext>
            </a:extLst>
          </p:cNvPr>
          <p:cNvSpPr>
            <a:spLocks noGrp="1"/>
          </p:cNvSpPr>
          <p:nvPr>
            <p:ph type="pic" sz="quarter" idx="10"/>
          </p:nvPr>
        </p:nvSpPr>
        <p:spPr>
          <a:xfrm>
            <a:off x="757948" y="766314"/>
            <a:ext cx="6248470" cy="5325373"/>
          </a:xfrm>
          <a:custGeom>
            <a:avLst/>
            <a:gdLst>
              <a:gd name="connsiteX0" fmla="*/ 5499978 w 6248470"/>
              <a:gd name="connsiteY0" fmla="*/ 3815211 h 5325373"/>
              <a:gd name="connsiteX1" fmla="*/ 6248470 w 6248470"/>
              <a:gd name="connsiteY1" fmla="*/ 4570292 h 5325373"/>
              <a:gd name="connsiteX2" fmla="*/ 5499978 w 6248470"/>
              <a:gd name="connsiteY2" fmla="*/ 5325373 h 5325373"/>
              <a:gd name="connsiteX3" fmla="*/ 4751486 w 6248470"/>
              <a:gd name="connsiteY3" fmla="*/ 4570292 h 5325373"/>
              <a:gd name="connsiteX4" fmla="*/ 5499978 w 6248470"/>
              <a:gd name="connsiteY4" fmla="*/ 3815211 h 5325373"/>
              <a:gd name="connsiteX5" fmla="*/ 2526151 w 6248470"/>
              <a:gd name="connsiteY5" fmla="*/ 0 h 5325373"/>
              <a:gd name="connsiteX6" fmla="*/ 5052302 w 6248470"/>
              <a:gd name="connsiteY6" fmla="*/ 2548387 h 5325373"/>
              <a:gd name="connsiteX7" fmla="*/ 2526151 w 6248470"/>
              <a:gd name="connsiteY7" fmla="*/ 5096774 h 5325373"/>
              <a:gd name="connsiteX8" fmla="*/ 0 w 6248470"/>
              <a:gd name="connsiteY8" fmla="*/ 2548387 h 5325373"/>
              <a:gd name="connsiteX9" fmla="*/ 2526151 w 6248470"/>
              <a:gd name="connsiteY9" fmla="*/ 0 h 532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48470" h="5325373">
                <a:moveTo>
                  <a:pt x="5499978" y="3815211"/>
                </a:moveTo>
                <a:cubicBezTo>
                  <a:pt x="5913359" y="3815211"/>
                  <a:pt x="6248470" y="4153272"/>
                  <a:pt x="6248470" y="4570292"/>
                </a:cubicBezTo>
                <a:cubicBezTo>
                  <a:pt x="6248470" y="4987312"/>
                  <a:pt x="5913359" y="5325373"/>
                  <a:pt x="5499978" y="5325373"/>
                </a:cubicBezTo>
                <a:cubicBezTo>
                  <a:pt x="5086597" y="5325373"/>
                  <a:pt x="4751486" y="4987312"/>
                  <a:pt x="4751486" y="4570292"/>
                </a:cubicBezTo>
                <a:cubicBezTo>
                  <a:pt x="4751486" y="4153272"/>
                  <a:pt x="5086597" y="3815211"/>
                  <a:pt x="5499978" y="3815211"/>
                </a:cubicBezTo>
                <a:close/>
                <a:moveTo>
                  <a:pt x="2526151" y="0"/>
                </a:moveTo>
                <a:cubicBezTo>
                  <a:pt x="3921306" y="0"/>
                  <a:pt x="5052302" y="1140952"/>
                  <a:pt x="5052302" y="2548387"/>
                </a:cubicBezTo>
                <a:cubicBezTo>
                  <a:pt x="5052302" y="3955822"/>
                  <a:pt x="3921306" y="5096774"/>
                  <a:pt x="2526151" y="5096774"/>
                </a:cubicBezTo>
                <a:cubicBezTo>
                  <a:pt x="1130996" y="5096774"/>
                  <a:pt x="0" y="3955822"/>
                  <a:pt x="0" y="2548387"/>
                </a:cubicBezTo>
                <a:cubicBezTo>
                  <a:pt x="0" y="1140952"/>
                  <a:pt x="1130996" y="0"/>
                  <a:pt x="2526151" y="0"/>
                </a:cubicBezTo>
                <a:close/>
              </a:path>
            </a:pathLst>
          </a:custGeom>
          <a:pattFill prst="pct20">
            <a:fgClr>
              <a:schemeClr val="accent1"/>
            </a:fgClr>
            <a:bgClr>
              <a:schemeClr val="bg1"/>
            </a:bgClr>
          </a:pattFill>
        </p:spPr>
        <p:txBody>
          <a:bodyPr wrap="square">
            <a:noAutofit/>
          </a:bodyPr>
          <a:lstStyle/>
          <a:p>
            <a:endParaRPr lang="en-ID"/>
          </a:p>
        </p:txBody>
      </p:sp>
    </p:spTree>
    <p:extLst>
      <p:ext uri="{BB962C8B-B14F-4D97-AF65-F5344CB8AC3E}">
        <p14:creationId xmlns:p14="http://schemas.microsoft.com/office/powerpoint/2010/main" val="243360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B98249C-54A9-48C7-8E90-5D127DF45ADF}"/>
              </a:ext>
            </a:extLst>
          </p:cNvPr>
          <p:cNvSpPr>
            <a:spLocks noGrp="1"/>
          </p:cNvSpPr>
          <p:nvPr>
            <p:ph type="subTitle" idx="1"/>
          </p:nvPr>
        </p:nvSpPr>
        <p:spPr>
          <a:xfrm>
            <a:off x="838201" y="1052085"/>
            <a:ext cx="10515600" cy="191428"/>
          </a:xfrm>
        </p:spPr>
        <p:txBody>
          <a:bodyPr>
            <a:noAutofit/>
          </a:bodyPr>
          <a:lstStyle>
            <a:lvl1pPr marL="0" indent="0" algn="ctr">
              <a:buNone/>
              <a:defRPr sz="900" b="0">
                <a:solidFill>
                  <a:schemeClr val="tx1"/>
                </a:solidFill>
                <a:latin typeface="Montserrat" panose="00000500000000000000" pitchFamily="50" charset="0"/>
                <a:ea typeface="Open Sans" panose="020B0606030504020204" pitchFamily="34" charset="0"/>
                <a:cs typeface="Open Sans" panose="020B0606030504020204" pitchFamily="34" charset="0"/>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Click to edit Master subtitle style</a:t>
            </a:r>
          </a:p>
        </p:txBody>
      </p:sp>
      <p:sp>
        <p:nvSpPr>
          <p:cNvPr id="8" name="Footer Placeholder 7">
            <a:extLst>
              <a:ext uri="{FF2B5EF4-FFF2-40B4-BE49-F238E27FC236}">
                <a16:creationId xmlns:a16="http://schemas.microsoft.com/office/drawing/2014/main" id="{4552F197-B265-4A24-B3B2-579047097227}"/>
              </a:ext>
            </a:extLst>
          </p:cNvPr>
          <p:cNvSpPr>
            <a:spLocks noGrp="1"/>
          </p:cNvSpPr>
          <p:nvPr>
            <p:ph type="ftr" sz="quarter" idx="10"/>
          </p:nvPr>
        </p:nvSpPr>
        <p:spPr/>
        <p:txBody>
          <a:bodyPr/>
          <a:lstStyle/>
          <a:p>
            <a:pPr marL="0" marR="0" lvl="0" indent="0" algn="ctr" defTabSz="82296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a:ln>
                  <a:noFill/>
                </a:ln>
                <a:solidFill>
                  <a:prstClr val="black">
                    <a:tint val="75000"/>
                  </a:prstClr>
                </a:solidFill>
                <a:effectLst/>
                <a:uLnTx/>
                <a:uFillTx/>
                <a:latin typeface="Montserrat Medium"/>
                <a:ea typeface="+mn-ea"/>
                <a:cs typeface="Arial"/>
                <a:sym typeface="Arial"/>
              </a:rPr>
              <a:t>www.infobusiness.com</a:t>
            </a:r>
          </a:p>
        </p:txBody>
      </p:sp>
      <p:sp>
        <p:nvSpPr>
          <p:cNvPr id="9" name="Slide Number Placeholder 8">
            <a:extLst>
              <a:ext uri="{FF2B5EF4-FFF2-40B4-BE49-F238E27FC236}">
                <a16:creationId xmlns:a16="http://schemas.microsoft.com/office/drawing/2014/main" id="{5CEA28D6-30E3-4853-9DDB-89073BC25F8D}"/>
              </a:ext>
            </a:extLst>
          </p:cNvPr>
          <p:cNvSpPr>
            <a:spLocks noGrp="1"/>
          </p:cNvSpPr>
          <p:nvPr>
            <p:ph type="sldNum" sz="quarter" idx="11"/>
          </p:nvPr>
        </p:nvSpPr>
        <p:spPr/>
        <p:txBody>
          <a:bodyPr/>
          <a:lstStyle/>
          <a:p>
            <a:pPr marL="0" marR="0" lvl="0" indent="0" algn="l" defTabSz="822960" rtl="0" eaLnBrk="1" fontAlgn="auto" latinLnBrk="0" hangingPunct="1">
              <a:lnSpc>
                <a:spcPct val="100000"/>
              </a:lnSpc>
              <a:spcBef>
                <a:spcPts val="0"/>
              </a:spcBef>
              <a:spcAft>
                <a:spcPts val="0"/>
              </a:spcAft>
              <a:buClrTx/>
              <a:buSzTx/>
              <a:buFontTx/>
              <a:buNone/>
              <a:tabLst/>
              <a:defRPr/>
            </a:pPr>
            <a:fld id="{22E1CF2F-19B6-4B01-91BB-CDBA096AD5BE}" type="slidenum">
              <a:rPr kumimoji="0" lang="en-US" sz="1080" b="0" i="0" u="none" strike="noStrike" kern="1200" cap="none" spc="0" normalizeH="0" baseline="0" noProof="0" smtClean="0">
                <a:ln>
                  <a:noFill/>
                </a:ln>
                <a:solidFill>
                  <a:srgbClr val="ED232B"/>
                </a:solidFill>
                <a:effectLst/>
                <a:uLnTx/>
                <a:uFillTx/>
                <a:latin typeface="Montserrat Medium"/>
                <a:ea typeface="+mn-ea"/>
                <a:cs typeface="Arial"/>
                <a:sym typeface="Arial"/>
              </a:rPr>
              <a:pPr marL="0" marR="0" lvl="0" indent="0" algn="l" defTabSz="822960" rtl="0" eaLnBrk="1" fontAlgn="auto" latinLnBrk="0" hangingPunct="1">
                <a:lnSpc>
                  <a:spcPct val="100000"/>
                </a:lnSpc>
                <a:spcBef>
                  <a:spcPts val="0"/>
                </a:spcBef>
                <a:spcAft>
                  <a:spcPts val="0"/>
                </a:spcAft>
                <a:buClrTx/>
                <a:buSzTx/>
                <a:buFontTx/>
                <a:buNone/>
                <a:tabLst/>
                <a:defRPr/>
              </a:pPr>
              <a:t>‹#›</a:t>
            </a:fld>
            <a:endParaRPr kumimoji="0" lang="en-US" sz="1080" b="0" i="0" u="none" strike="noStrike" kern="1200" cap="none" spc="0" normalizeH="0" baseline="0" noProof="0">
              <a:ln>
                <a:noFill/>
              </a:ln>
              <a:solidFill>
                <a:srgbClr val="ED232B"/>
              </a:solidFill>
              <a:effectLst/>
              <a:uLnTx/>
              <a:uFillTx/>
              <a:latin typeface="Montserrat Medium"/>
              <a:ea typeface="+mn-ea"/>
              <a:cs typeface="Arial"/>
              <a:sym typeface="Arial"/>
            </a:endParaRPr>
          </a:p>
        </p:txBody>
      </p:sp>
      <p:sp>
        <p:nvSpPr>
          <p:cNvPr id="2" name="Title 1">
            <a:extLst>
              <a:ext uri="{FF2B5EF4-FFF2-40B4-BE49-F238E27FC236}">
                <a16:creationId xmlns:a16="http://schemas.microsoft.com/office/drawing/2014/main" id="{3F716540-A5BD-4AEC-AAD5-035D9A1A123C}"/>
              </a:ext>
            </a:extLst>
          </p:cNvPr>
          <p:cNvSpPr>
            <a:spLocks noGrp="1"/>
          </p:cNvSpPr>
          <p:nvPr>
            <p:ph type="title"/>
          </p:nvPr>
        </p:nvSpPr>
        <p:spPr/>
        <p:txBody>
          <a:bodyPr/>
          <a:lstStyle/>
          <a:p>
            <a:r>
              <a:rPr lang="en-US"/>
              <a:t>Click to edit Master title style</a:t>
            </a:r>
          </a:p>
        </p:txBody>
      </p:sp>
      <p:sp>
        <p:nvSpPr>
          <p:cNvPr id="16" name="Picture Placeholder 8">
            <a:extLst>
              <a:ext uri="{FF2B5EF4-FFF2-40B4-BE49-F238E27FC236}">
                <a16:creationId xmlns:a16="http://schemas.microsoft.com/office/drawing/2014/main" id="{72E8352C-8F97-4906-9DE6-6371336B7A44}"/>
              </a:ext>
            </a:extLst>
          </p:cNvPr>
          <p:cNvSpPr>
            <a:spLocks noGrp="1"/>
          </p:cNvSpPr>
          <p:nvPr>
            <p:ph type="pic" sz="quarter" idx="15" hasCustomPrompt="1"/>
          </p:nvPr>
        </p:nvSpPr>
        <p:spPr>
          <a:xfrm>
            <a:off x="838202" y="1732262"/>
            <a:ext cx="5024439" cy="2405060"/>
          </a:xfrm>
        </p:spPr>
        <p:txBody>
          <a:bodyPr>
            <a:normAutofit/>
          </a:bodyPr>
          <a:lstStyle>
            <a:lvl1pPr marL="0" indent="0" algn="ctr">
              <a:buNone/>
              <a:defRPr sz="1080">
                <a:solidFill>
                  <a:schemeClr val="tx1">
                    <a:lumMod val="50000"/>
                    <a:lumOff val="50000"/>
                  </a:schemeClr>
                </a:solidFill>
                <a:latin typeface="Raleway" panose="020B0503030101060003" pitchFamily="34" charset="0"/>
              </a:defRPr>
            </a:lvl1pPr>
          </a:lstStyle>
          <a:p>
            <a:r>
              <a:rPr lang="en-US"/>
              <a:t>Drag your image here</a:t>
            </a:r>
          </a:p>
        </p:txBody>
      </p:sp>
    </p:spTree>
    <p:extLst>
      <p:ext uri="{BB962C8B-B14F-4D97-AF65-F5344CB8AC3E}">
        <p14:creationId xmlns:p14="http://schemas.microsoft.com/office/powerpoint/2010/main" val="3119077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5445E-D61B-7548-8B53-33537F5C97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6AF643-3AA9-3C48-8D26-A94DE7CFD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073B97-F3A6-D745-85E1-CEDE0CB7B7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980BEF-EB23-F54E-A8A4-15703FF7B4DF}" type="datetimeFigureOut">
              <a:rPr lang="en-US" smtClean="0"/>
              <a:t>3/17/2025</a:t>
            </a:fld>
            <a:endParaRPr lang="en-US" dirty="0"/>
          </a:p>
        </p:txBody>
      </p:sp>
      <p:sp>
        <p:nvSpPr>
          <p:cNvPr id="5" name="Footer Placeholder 4">
            <a:extLst>
              <a:ext uri="{FF2B5EF4-FFF2-40B4-BE49-F238E27FC236}">
                <a16:creationId xmlns:a16="http://schemas.microsoft.com/office/drawing/2014/main" id="{05193C2C-2240-7746-9F62-830E80CFED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914629-B4A0-A346-BFBA-B712E5A082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B3F30-CE46-5044-BB11-EEC55354C9CE}" type="slidenum">
              <a:rPr lang="en-US" smtClean="0"/>
              <a:t>‹#›</a:t>
            </a:fld>
            <a:endParaRPr lang="en-US" dirty="0"/>
          </a:p>
        </p:txBody>
      </p:sp>
    </p:spTree>
    <p:extLst>
      <p:ext uri="{BB962C8B-B14F-4D97-AF65-F5344CB8AC3E}">
        <p14:creationId xmlns:p14="http://schemas.microsoft.com/office/powerpoint/2010/main" val="119325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21.sv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21.sv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23.sv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1.sv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5.sv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23.sv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5.sv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5.svg"/></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5.sv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6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E2D26E-4772-0140-A2F0-2271D65FC087}"/>
              </a:ext>
            </a:extLst>
          </p:cNvPr>
          <p:cNvPicPr>
            <a:picLocks noChangeAspect="1"/>
          </p:cNvPicPr>
          <p:nvPr/>
        </p:nvPicPr>
        <p:blipFill rotWithShape="1">
          <a:blip r:embed="rId3"/>
          <a:srcRect l="-1926" r="20022"/>
          <a:stretch/>
        </p:blipFill>
        <p:spPr>
          <a:xfrm>
            <a:off x="3766617" y="0"/>
            <a:ext cx="8425383" cy="6858000"/>
          </a:xfrm>
          <a:prstGeom prst="rect">
            <a:avLst/>
          </a:prstGeom>
        </p:spPr>
      </p:pic>
      <p:sp>
        <p:nvSpPr>
          <p:cNvPr id="5" name="Rectangle 4">
            <a:extLst>
              <a:ext uri="{FF2B5EF4-FFF2-40B4-BE49-F238E27FC236}">
                <a16:creationId xmlns:a16="http://schemas.microsoft.com/office/drawing/2014/main" id="{E360D3CE-C8DD-C04A-8C79-5BC4CE85E194}"/>
              </a:ext>
            </a:extLst>
          </p:cNvPr>
          <p:cNvSpPr/>
          <p:nvPr/>
        </p:nvSpPr>
        <p:spPr>
          <a:xfrm>
            <a:off x="0" y="0"/>
            <a:ext cx="7148945"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FAE2E5A9-4F94-9645-A708-2E7E33446F0D}"/>
              </a:ext>
            </a:extLst>
          </p:cNvPr>
          <p:cNvPicPr>
            <a:picLocks noChangeAspect="1"/>
          </p:cNvPicPr>
          <p:nvPr/>
        </p:nvPicPr>
        <p:blipFill>
          <a:blip r:embed="rId4"/>
          <a:stretch>
            <a:fillRect/>
          </a:stretch>
        </p:blipFill>
        <p:spPr>
          <a:xfrm>
            <a:off x="412377" y="5179718"/>
            <a:ext cx="1502230" cy="1342701"/>
          </a:xfrm>
          <a:prstGeom prst="rect">
            <a:avLst/>
          </a:prstGeom>
        </p:spPr>
      </p:pic>
      <p:sp>
        <p:nvSpPr>
          <p:cNvPr id="3" name="TextBox 2">
            <a:extLst>
              <a:ext uri="{FF2B5EF4-FFF2-40B4-BE49-F238E27FC236}">
                <a16:creationId xmlns:a16="http://schemas.microsoft.com/office/drawing/2014/main" id="{93A77EBD-0A3C-FF06-B663-E1B83EC2A3EF}"/>
              </a:ext>
            </a:extLst>
          </p:cNvPr>
          <p:cNvSpPr txBox="1"/>
          <p:nvPr/>
        </p:nvSpPr>
        <p:spPr>
          <a:xfrm>
            <a:off x="412377" y="1280441"/>
            <a:ext cx="4697505" cy="3170099"/>
          </a:xfrm>
          <a:prstGeom prst="rect">
            <a:avLst/>
          </a:prstGeom>
          <a:noFill/>
        </p:spPr>
        <p:txBody>
          <a:bodyPr wrap="square" rtlCol="0">
            <a:spAutoFit/>
          </a:bodyPr>
          <a:lstStyle/>
          <a:p>
            <a:endParaRPr lang="en-US" sz="4800" dirty="0">
              <a:solidFill>
                <a:schemeClr val="bg1"/>
              </a:solidFill>
              <a:latin typeface="Bebas Neue" panose="020B0606020202050201" pitchFamily="34" charset="0"/>
            </a:endParaRPr>
          </a:p>
          <a:p>
            <a:r>
              <a:rPr lang="en-US" sz="4800" dirty="0">
                <a:solidFill>
                  <a:schemeClr val="bg1"/>
                </a:solidFill>
                <a:latin typeface="Bebas Neue" panose="020B0606020202050201" pitchFamily="34" charset="0"/>
              </a:rPr>
              <a:t>Proposal Writing </a:t>
            </a:r>
          </a:p>
          <a:p>
            <a:r>
              <a:rPr lang="en-US" sz="4800" dirty="0">
                <a:solidFill>
                  <a:schemeClr val="bg1"/>
                </a:solidFill>
                <a:latin typeface="Bebas Neue" panose="020B0606020202050201" pitchFamily="34" charset="0"/>
              </a:rPr>
              <a:t>Best practices</a:t>
            </a:r>
          </a:p>
          <a:p>
            <a:endParaRPr lang="en-US" sz="2800" dirty="0">
              <a:solidFill>
                <a:schemeClr val="bg1"/>
              </a:solidFill>
              <a:latin typeface="Slack-Lato"/>
            </a:endParaRPr>
          </a:p>
          <a:p>
            <a:r>
              <a:rPr lang="en-US" sz="2800" dirty="0">
                <a:solidFill>
                  <a:schemeClr val="bg1"/>
                </a:solidFill>
                <a:latin typeface="Slack-Lato"/>
              </a:rPr>
              <a:t>Do Better. Win More.™</a:t>
            </a:r>
          </a:p>
        </p:txBody>
      </p:sp>
    </p:spTree>
    <p:extLst>
      <p:ext uri="{BB962C8B-B14F-4D97-AF65-F5344CB8AC3E}">
        <p14:creationId xmlns:p14="http://schemas.microsoft.com/office/powerpoint/2010/main" val="703845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7866C8-3232-400D-A6B6-175D852D2615}"/>
              </a:ext>
            </a:extLst>
          </p:cNvPr>
          <p:cNvSpPr/>
          <p:nvPr/>
        </p:nvSpPr>
        <p:spPr>
          <a:xfrm>
            <a:off x="1965488" y="0"/>
            <a:ext cx="4165600" cy="6858000"/>
          </a:xfrm>
          <a:prstGeom prst="rect">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p:cNvGrpSpPr/>
          <p:nvPr/>
        </p:nvGrpSpPr>
        <p:grpSpPr>
          <a:xfrm>
            <a:off x="-264619" y="3164381"/>
            <a:ext cx="12721239" cy="529239"/>
            <a:chOff x="-264619" y="3164381"/>
            <a:chExt cx="12721239" cy="529239"/>
          </a:xfrm>
        </p:grpSpPr>
        <p:sp>
          <p:nvSpPr>
            <p:cNvPr id="30" name="Frame 29">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sp>
          <p:nvSpPr>
            <p:cNvPr id="31" name="Frame 30">
              <a:extLst>
                <a:ext uri="{FF2B5EF4-FFF2-40B4-BE49-F238E27FC236}">
                  <a16:creationId xmlns:a16="http://schemas.microsoft.com/office/drawing/2014/main" id="{564DAE0B-8604-42E6-839A-268CB08B4F86}"/>
                </a:ext>
              </a:extLst>
            </p:cNvPr>
            <p:cNvSpPr/>
            <p:nvPr/>
          </p:nvSpPr>
          <p:spPr>
            <a:xfrm rot="2700000">
              <a:off x="-264619"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grpSp>
        <p:nvGrpSpPr>
          <p:cNvPr id="20" name="Group 19"/>
          <p:cNvGrpSpPr/>
          <p:nvPr/>
        </p:nvGrpSpPr>
        <p:grpSpPr>
          <a:xfrm>
            <a:off x="0" y="182215"/>
            <a:ext cx="11902130" cy="6413961"/>
            <a:chOff x="0" y="182215"/>
            <a:chExt cx="11902130" cy="6413961"/>
          </a:xfrm>
        </p:grpSpPr>
        <p:sp>
          <p:nvSpPr>
            <p:cNvPr id="21" name="Rectangle 20">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38" name="Picture 37"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pic>
        <p:nvPicPr>
          <p:cNvPr id="9" name="Picture 8" descr="A person smiling at camera&#10;&#10;Description automatically generated">
            <a:extLst>
              <a:ext uri="{FF2B5EF4-FFF2-40B4-BE49-F238E27FC236}">
                <a16:creationId xmlns:a16="http://schemas.microsoft.com/office/drawing/2014/main" id="{03F14429-8468-2D6C-840B-D2727E8374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10268"/>
            <a:ext cx="5713884" cy="4081346"/>
          </a:xfrm>
          <a:prstGeom prst="rect">
            <a:avLst/>
          </a:prstGeom>
        </p:spPr>
      </p:pic>
      <p:sp>
        <p:nvSpPr>
          <p:cNvPr id="3" name="TextBox 2">
            <a:extLst>
              <a:ext uri="{FF2B5EF4-FFF2-40B4-BE49-F238E27FC236}">
                <a16:creationId xmlns:a16="http://schemas.microsoft.com/office/drawing/2014/main" id="{C7128922-E19F-A50C-300A-4A9798C91F14}"/>
              </a:ext>
            </a:extLst>
          </p:cNvPr>
          <p:cNvSpPr txBox="1"/>
          <p:nvPr/>
        </p:nvSpPr>
        <p:spPr>
          <a:xfrm>
            <a:off x="6420350" y="1063752"/>
            <a:ext cx="5655383" cy="132343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30+ Years of RFP experience on all sides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Founder &amp; CEO</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Author, Trainer, Advisor</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0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Dog Lover, Fun Inspirer, Martini Lover</a:t>
            </a:r>
          </a:p>
        </p:txBody>
      </p:sp>
      <p:pic>
        <p:nvPicPr>
          <p:cNvPr id="5" name="Picture 4" descr="A close up of a sign&#10;&#10;Description generated with very high confidence">
            <a:extLst>
              <a:ext uri="{FF2B5EF4-FFF2-40B4-BE49-F238E27FC236}">
                <a16:creationId xmlns:a16="http://schemas.microsoft.com/office/drawing/2014/main" id="{F80D135C-BE76-F91B-2A08-EA753D33E357}"/>
              </a:ext>
            </a:extLst>
          </p:cNvPr>
          <p:cNvPicPr>
            <a:picLocks noChangeAspect="1"/>
          </p:cNvPicPr>
          <p:nvPr/>
        </p:nvPicPr>
        <p:blipFill>
          <a:blip r:embed="rId5"/>
          <a:stretch>
            <a:fillRect/>
          </a:stretch>
        </p:blipFill>
        <p:spPr>
          <a:xfrm>
            <a:off x="9122740" y="5340336"/>
            <a:ext cx="1435608" cy="1435608"/>
          </a:xfrm>
          <a:prstGeom prst="rect">
            <a:avLst/>
          </a:prstGeom>
        </p:spPr>
      </p:pic>
      <p:pic>
        <p:nvPicPr>
          <p:cNvPr id="6" name="Picture 5" descr="A close up of a logo&#10;&#10;Description generated with very high confidence">
            <a:extLst>
              <a:ext uri="{FF2B5EF4-FFF2-40B4-BE49-F238E27FC236}">
                <a16:creationId xmlns:a16="http://schemas.microsoft.com/office/drawing/2014/main" id="{ED137560-8648-AB34-FB0E-1BB86CFB9256}"/>
              </a:ext>
            </a:extLst>
          </p:cNvPr>
          <p:cNvPicPr>
            <a:picLocks noChangeAspect="1"/>
          </p:cNvPicPr>
          <p:nvPr/>
        </p:nvPicPr>
        <p:blipFill>
          <a:blip r:embed="rId6"/>
          <a:stretch>
            <a:fillRect/>
          </a:stretch>
        </p:blipFill>
        <p:spPr>
          <a:xfrm>
            <a:off x="6252910" y="5340336"/>
            <a:ext cx="1435608" cy="1435608"/>
          </a:xfrm>
          <a:prstGeom prst="rect">
            <a:avLst/>
          </a:prstGeom>
        </p:spPr>
      </p:pic>
      <p:pic>
        <p:nvPicPr>
          <p:cNvPr id="7" name="Picture 6" descr="A close up of a card&#10;&#10;Description generated with high confidence">
            <a:extLst>
              <a:ext uri="{FF2B5EF4-FFF2-40B4-BE49-F238E27FC236}">
                <a16:creationId xmlns:a16="http://schemas.microsoft.com/office/drawing/2014/main" id="{6C6C04B5-271E-B93C-38E4-51F6E5474CA1}"/>
              </a:ext>
            </a:extLst>
          </p:cNvPr>
          <p:cNvPicPr>
            <a:picLocks noChangeAspect="1"/>
          </p:cNvPicPr>
          <p:nvPr/>
        </p:nvPicPr>
        <p:blipFill rotWithShape="1">
          <a:blip r:embed="rId7"/>
          <a:srcRect l="21360" t="6475" r="21964" b="8665"/>
          <a:stretch/>
        </p:blipFill>
        <p:spPr>
          <a:xfrm>
            <a:off x="6405048" y="3482884"/>
            <a:ext cx="1313532" cy="1813341"/>
          </a:xfrm>
          <a:prstGeom prst="rect">
            <a:avLst/>
          </a:prstGeom>
        </p:spPr>
      </p:pic>
      <p:pic>
        <p:nvPicPr>
          <p:cNvPr id="10" name="Picture 9">
            <a:extLst>
              <a:ext uri="{FF2B5EF4-FFF2-40B4-BE49-F238E27FC236}">
                <a16:creationId xmlns:a16="http://schemas.microsoft.com/office/drawing/2014/main" id="{73CA8702-9494-5AC3-9977-C1741A60A25C}"/>
              </a:ext>
            </a:extLst>
          </p:cNvPr>
          <p:cNvPicPr>
            <a:picLocks noChangeAspect="1"/>
          </p:cNvPicPr>
          <p:nvPr/>
        </p:nvPicPr>
        <p:blipFill>
          <a:blip r:embed="rId8"/>
          <a:stretch>
            <a:fillRect/>
          </a:stretch>
        </p:blipFill>
        <p:spPr>
          <a:xfrm>
            <a:off x="7696544" y="5382208"/>
            <a:ext cx="1412807" cy="1371600"/>
          </a:xfrm>
          <a:prstGeom prst="rect">
            <a:avLst/>
          </a:prstGeom>
        </p:spPr>
      </p:pic>
      <p:pic>
        <p:nvPicPr>
          <p:cNvPr id="11" name="Picture 10" descr="A book with text on it&#10;&#10;Description automatically generated">
            <a:extLst>
              <a:ext uri="{FF2B5EF4-FFF2-40B4-BE49-F238E27FC236}">
                <a16:creationId xmlns:a16="http://schemas.microsoft.com/office/drawing/2014/main" id="{06203D52-61C2-0AE8-1641-221D7AE67955}"/>
              </a:ext>
            </a:extLst>
          </p:cNvPr>
          <p:cNvPicPr>
            <a:picLocks noChangeAspect="1"/>
          </p:cNvPicPr>
          <p:nvPr/>
        </p:nvPicPr>
        <p:blipFill>
          <a:blip r:embed="rId9"/>
          <a:stretch>
            <a:fillRect/>
          </a:stretch>
        </p:blipFill>
        <p:spPr>
          <a:xfrm>
            <a:off x="7638906" y="3429000"/>
            <a:ext cx="1628235" cy="2037777"/>
          </a:xfrm>
          <a:prstGeom prst="rect">
            <a:avLst/>
          </a:prstGeom>
        </p:spPr>
      </p:pic>
    </p:spTree>
    <p:extLst>
      <p:ext uri="{BB962C8B-B14F-4D97-AF65-F5344CB8AC3E}">
        <p14:creationId xmlns:p14="http://schemas.microsoft.com/office/powerpoint/2010/main" val="184127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B3C37B-EFD1-1540-9F71-E1B4E4A20C1E}"/>
              </a:ext>
            </a:extLst>
          </p:cNvPr>
          <p:cNvPicPr>
            <a:picLocks noChangeAspect="1"/>
          </p:cNvPicPr>
          <p:nvPr/>
        </p:nvPicPr>
        <p:blipFill>
          <a:blip r:embed="rId3"/>
          <a:stretch>
            <a:fillRect/>
          </a:stretch>
        </p:blipFill>
        <p:spPr>
          <a:xfrm>
            <a:off x="0" y="0"/>
            <a:ext cx="12192000" cy="1267527"/>
          </a:xfrm>
          <a:prstGeom prst="rect">
            <a:avLst/>
          </a:prstGeom>
        </p:spPr>
      </p:pic>
      <p:sp>
        <p:nvSpPr>
          <p:cNvPr id="27" name="TextBox 26">
            <a:extLst>
              <a:ext uri="{FF2B5EF4-FFF2-40B4-BE49-F238E27FC236}">
                <a16:creationId xmlns:a16="http://schemas.microsoft.com/office/drawing/2014/main" id="{66A587AC-3314-4048-A109-757880D72600}"/>
              </a:ext>
            </a:extLst>
          </p:cNvPr>
          <p:cNvSpPr txBox="1"/>
          <p:nvPr/>
        </p:nvSpPr>
        <p:spPr>
          <a:xfrm>
            <a:off x="1009522" y="167716"/>
            <a:ext cx="2973891"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Today’s session</a:t>
            </a:r>
          </a:p>
        </p:txBody>
      </p:sp>
      <p:pic>
        <p:nvPicPr>
          <p:cNvPr id="7" name="Picture 6" descr="A picture containing text&#10;&#10;Description automatically generated">
            <a:extLst>
              <a:ext uri="{FF2B5EF4-FFF2-40B4-BE49-F238E27FC236}">
                <a16:creationId xmlns:a16="http://schemas.microsoft.com/office/drawing/2014/main" id="{73B510A0-C27B-4BAD-B4C1-45A6E5372032}"/>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667D0399-C0F0-42E1-00BC-C88A0E755BE4}"/>
              </a:ext>
            </a:extLst>
          </p:cNvPr>
          <p:cNvSpPr txBox="1"/>
          <p:nvPr/>
        </p:nvSpPr>
        <p:spPr>
          <a:xfrm>
            <a:off x="1009522" y="1435243"/>
            <a:ext cx="7031392" cy="1964512"/>
          </a:xfrm>
          <a:prstGeom prst="rect">
            <a:avLst/>
          </a:prstGeom>
          <a:noFill/>
        </p:spPr>
        <p:txBody>
          <a:bodyPr wrap="square" rtlCol="0">
            <a:spAutoFit/>
          </a:bodyPr>
          <a:lstStyle/>
          <a:p>
            <a:pPr marL="514350" indent="-514350">
              <a:lnSpc>
                <a:spcPct val="150000"/>
              </a:lnSpc>
              <a:buFont typeface="+mj-lt"/>
              <a:buAutoNum type="arabicPeriod"/>
            </a:pPr>
            <a:r>
              <a:rPr lang="en-US" sz="2800" dirty="0">
                <a:solidFill>
                  <a:srgbClr val="444444"/>
                </a:solidFill>
                <a:latin typeface="Kollektif" panose="020B0604020101010102" pitchFamily="34" charset="77"/>
              </a:rPr>
              <a:t>Biggest RFP Response Mistakes</a:t>
            </a:r>
          </a:p>
          <a:p>
            <a:pPr marL="514350" indent="-514350">
              <a:lnSpc>
                <a:spcPct val="150000"/>
              </a:lnSpc>
              <a:buFont typeface="+mj-lt"/>
              <a:buAutoNum type="arabicPeriod"/>
            </a:pPr>
            <a:r>
              <a:rPr lang="en-US" sz="2800" dirty="0">
                <a:solidFill>
                  <a:srgbClr val="444444"/>
                </a:solidFill>
                <a:latin typeface="Kollektif" panose="020B0604020101010102" pitchFamily="34" charset="77"/>
              </a:rPr>
              <a:t>Best Practices for each</a:t>
            </a: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505298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219200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2D72D372-C208-F749-AC89-313B8ED64A85}"/>
              </a:ext>
            </a:extLst>
          </p:cNvPr>
          <p:cNvSpPr txBox="1"/>
          <p:nvPr/>
        </p:nvSpPr>
        <p:spPr>
          <a:xfrm>
            <a:off x="532776" y="1418857"/>
            <a:ext cx="11435817" cy="1438855"/>
          </a:xfrm>
          <a:prstGeom prst="rect">
            <a:avLst/>
          </a:prstGeom>
          <a:noFill/>
        </p:spPr>
        <p:txBody>
          <a:bodyPr wrap="square" rtlCol="0">
            <a:spAutoFit/>
          </a:bodyPr>
          <a:lstStyle/>
          <a:p>
            <a:pPr marL="0" marR="0" lvl="0" indent="0" algn="l" defTabSz="914400" rtl="0" eaLnBrk="1" fontAlgn="auto" latinLnBrk="0" hangingPunct="1">
              <a:lnSpc>
                <a:spcPts val="10000"/>
              </a:lnSpc>
              <a:spcBef>
                <a:spcPts val="0"/>
              </a:spcBef>
              <a:spcAft>
                <a:spcPts val="0"/>
              </a:spcAft>
              <a:buClrTx/>
              <a:buSzTx/>
              <a:buFontTx/>
              <a:buNone/>
              <a:tabLst/>
              <a:defRPr/>
            </a:pPr>
            <a:r>
              <a:rPr kumimoji="0" lang="en-US" sz="10000" b="0" i="0" u="none" strike="noStrike" kern="1200" cap="none" spc="0" normalizeH="0" baseline="0" noProof="0" dirty="0">
                <a:ln>
                  <a:noFill/>
                </a:ln>
                <a:solidFill>
                  <a:prstClr val="white"/>
                </a:solidFill>
                <a:effectLst/>
                <a:uLnTx/>
                <a:uFillTx/>
                <a:latin typeface="Bebas Neue" panose="020B0606020202050201" pitchFamily="34" charset="77"/>
                <a:ea typeface="+mn-ea"/>
                <a:cs typeface="+mn-cs"/>
              </a:rPr>
              <a:t>Biggest mistakes</a:t>
            </a:r>
          </a:p>
        </p:txBody>
      </p:sp>
      <p:pic>
        <p:nvPicPr>
          <p:cNvPr id="9" name="Picture 8" descr="A picture containing text&#10;&#10;Description automatically generated">
            <a:extLst>
              <a:ext uri="{FF2B5EF4-FFF2-40B4-BE49-F238E27FC236}">
                <a16:creationId xmlns:a16="http://schemas.microsoft.com/office/drawing/2014/main" id="{A560FF1C-9028-DAFC-A208-ACA793BA2F29}"/>
              </a:ext>
            </a:extLst>
          </p:cNvPr>
          <p:cNvPicPr>
            <a:picLocks noChangeAspect="1"/>
          </p:cNvPicPr>
          <p:nvPr/>
        </p:nvPicPr>
        <p:blipFill>
          <a:blip r:embed="rId3"/>
          <a:stretch>
            <a:fillRect/>
          </a:stretch>
        </p:blipFill>
        <p:spPr>
          <a:xfrm>
            <a:off x="11121743" y="5872162"/>
            <a:ext cx="755956" cy="759695"/>
          </a:xfrm>
          <a:prstGeom prst="rect">
            <a:avLst/>
          </a:prstGeom>
        </p:spPr>
      </p:pic>
    </p:spTree>
    <p:extLst>
      <p:ext uri="{BB962C8B-B14F-4D97-AF65-F5344CB8AC3E}">
        <p14:creationId xmlns:p14="http://schemas.microsoft.com/office/powerpoint/2010/main" val="2810072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A6363-B8E9-D0A5-9CEC-056C71229E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EAFF15-85B3-862D-DCD8-812D3B232DEB}"/>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D1D0E21D-8013-5815-F612-DC1171B86E6F}"/>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B5BC5DCF-DD43-CA8E-0C86-6AF5677C7805}"/>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3859E94A-F647-F138-E615-78146FFEA84D}"/>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latin typeface="Kollektif" panose="020B0604020101010102" pitchFamily="34" charset="77"/>
              </a:rPr>
              <a:t>Not meeting requirements</a:t>
            </a: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2323677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66E92-6E8C-10D3-00B8-82508416421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68DC90-7BA4-1586-ABF3-8DCAD1A8E343}"/>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2A5651AE-3B5C-9BA4-2DAE-6FD4FD687485}"/>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9D147F6F-FB54-4921-5933-A5FA41DA5074}"/>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5E44B43C-F027-2AEF-2812-E81ED2CA4C9D}"/>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startAt="2"/>
            </a:pPr>
            <a:r>
              <a:rPr lang="en-US" sz="2800" dirty="0">
                <a:latin typeface="Kollektif" panose="020B0604020101010102" pitchFamily="34" charset="77"/>
              </a:rPr>
              <a:t>Not distinguishing yourself</a:t>
            </a:r>
          </a:p>
          <a:p>
            <a:pPr>
              <a:lnSpc>
                <a:spcPct val="150000"/>
              </a:lnSpc>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2186775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92219-5F2B-9BA7-2F12-B07B030DC7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C6E1795-3ABC-F424-B3CD-ECBE2D440F4A}"/>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709F3313-258E-FF93-28EF-D56B8617A453}"/>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1B104AA4-BAEE-AF99-8594-A21DB77020F9}"/>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2DD2B713-53A4-0F86-8623-3471B87911F1}"/>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startAt="2"/>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startAt="2"/>
            </a:pPr>
            <a:r>
              <a:rPr lang="en-US" sz="2800" dirty="0">
                <a:latin typeface="Kollektif" panose="020B0604020101010102" pitchFamily="34" charset="77"/>
              </a:rPr>
              <a:t>Focusing too much on features instead of benefits</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759633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B43F-76AF-3BCE-C6DF-AC812200B0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5E82B1-735A-B298-20BC-40BC0D5E2CA4}"/>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5D1122C2-6D3E-2199-BD44-D227D86191AF}"/>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813DE6F3-EA1D-846F-07C7-C5EA1E0A69C1}"/>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1575BF6B-1D26-B864-5B52-F39873506116}"/>
              </a:ext>
            </a:extLst>
          </p:cNvPr>
          <p:cNvSpPr txBox="1"/>
          <p:nvPr/>
        </p:nvSpPr>
        <p:spPr>
          <a:xfrm>
            <a:off x="1009522" y="1435243"/>
            <a:ext cx="9734678"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latin typeface="Kollektif" panose="020B0604020101010102" pitchFamily="34" charset="77"/>
              </a:rPr>
              <a:t>Pricing too high or too low without justification or value prop</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1538656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D4547-FADD-7F68-97D2-5E0451AA2FE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206FC1-4358-4BC2-31F5-D313A35110D9}"/>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048DB11C-8C1B-22F7-143F-C48B4B31E996}"/>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349B8DF9-2453-EC17-ACE0-CD0E61FC9C79}"/>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8C7D0426-9090-2E12-B2AA-ED3F3CD270A1}"/>
              </a:ext>
            </a:extLst>
          </p:cNvPr>
          <p:cNvSpPr txBox="1"/>
          <p:nvPr/>
        </p:nvSpPr>
        <p:spPr>
          <a:xfrm>
            <a:off x="1009522" y="1435243"/>
            <a:ext cx="10154376"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Pricing too high or too low without justification or value prop</a:t>
            </a:r>
          </a:p>
          <a:p>
            <a:pPr marL="514350" indent="-514350">
              <a:lnSpc>
                <a:spcPct val="150000"/>
              </a:lnSpc>
              <a:buFont typeface="+mj-lt"/>
              <a:buAutoNum type="arabicPeriod"/>
            </a:pPr>
            <a:r>
              <a:rPr lang="en-US" sz="2800" dirty="0">
                <a:latin typeface="Kollektif" panose="020B0604020101010102" pitchFamily="34" charset="77"/>
              </a:rPr>
              <a:t>Not answering the questions appropriately</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2757505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36A7F-9719-CCCC-C778-1C9852619A5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B6ACBF1-072B-C47E-EAB2-4E108C21467E}"/>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146EE9AB-158B-F035-351A-FF17BFFAA287}"/>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5611DB0D-D9C9-7822-CA6C-74B7EAFECDB6}"/>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A3D69BF5-35AA-8891-292C-A7C4D4F81134}"/>
              </a:ext>
            </a:extLst>
          </p:cNvPr>
          <p:cNvSpPr txBox="1"/>
          <p:nvPr/>
        </p:nvSpPr>
        <p:spPr>
          <a:xfrm>
            <a:off x="1009521" y="1435243"/>
            <a:ext cx="10518449"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Pricing too high or too low without justification or value prop</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answering the questions appropriately</a:t>
            </a:r>
          </a:p>
          <a:p>
            <a:pPr marL="514350" indent="-514350">
              <a:lnSpc>
                <a:spcPct val="150000"/>
              </a:lnSpc>
              <a:buFont typeface="+mj-lt"/>
              <a:buAutoNum type="arabicPeriod"/>
            </a:pPr>
            <a:r>
              <a:rPr lang="en-US" sz="2800" dirty="0">
                <a:latin typeface="Kollektif" panose="020B0604020101010102" pitchFamily="34" charset="77"/>
              </a:rPr>
              <a:t>Writing dull, technical, or hard-to-read content</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1095687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490F4-900E-75E5-BB9B-75C615E7188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1670D39-EF60-496C-BD2A-D7D6620E9142}"/>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EBDAC1B2-1DCC-94B1-640E-1BD0BD8AA0F7}"/>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A9DDE943-C0CB-1491-C2E0-607E24080B3A}"/>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FD967317-7933-44F4-7FB2-04EE1F16C1A1}"/>
              </a:ext>
            </a:extLst>
          </p:cNvPr>
          <p:cNvSpPr txBox="1"/>
          <p:nvPr/>
        </p:nvSpPr>
        <p:spPr>
          <a:xfrm>
            <a:off x="1009522" y="1435243"/>
            <a:ext cx="10431364"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Pricing too high or too low without justification or value prop</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answering the questions appropriately</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Writing dull, technical, or hard-to-read content</a:t>
            </a:r>
          </a:p>
          <a:p>
            <a:pPr marL="514350" indent="-514350">
              <a:lnSpc>
                <a:spcPct val="150000"/>
              </a:lnSpc>
              <a:buFont typeface="+mj-lt"/>
              <a:buAutoNum type="arabicPeriod"/>
            </a:pPr>
            <a:r>
              <a:rPr lang="en-US" sz="2800" dirty="0">
                <a:latin typeface="Kollektif" panose="020B0604020101010102" pitchFamily="34" charset="77"/>
              </a:rPr>
              <a:t>Waiting until the last minute</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4002919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AEBB1-D921-A07C-6903-5FC4FF90B5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6659AB-4764-D6FC-03F8-2027FB925392}"/>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C2FA38CC-4F9E-9F1C-AA5A-C25D180C6E74}"/>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5FEA2806-FE79-33E2-1770-9A64FD6B68D5}"/>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C5949678-AB4C-612E-A8D4-36A1924D2CF9}"/>
              </a:ext>
            </a:extLst>
          </p:cNvPr>
          <p:cNvSpPr txBox="1"/>
          <p:nvPr/>
        </p:nvSpPr>
        <p:spPr>
          <a:xfrm>
            <a:off x="1009522" y="1435243"/>
            <a:ext cx="9342792" cy="5191757"/>
          </a:xfrm>
          <a:prstGeom prst="rect">
            <a:avLst/>
          </a:prstGeom>
          <a:noFill/>
        </p:spPr>
        <p:txBody>
          <a:bodyPr wrap="square" rtlCol="0">
            <a:normAutofit fontScale="92500"/>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Pricing too high or too low without justification or value prop</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answering the questions appropriately</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Writing dull, technical, or hard-to-read content</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Waiting until the last minute</a:t>
            </a:r>
          </a:p>
          <a:p>
            <a:pPr marL="514350" indent="-514350">
              <a:lnSpc>
                <a:spcPct val="150000"/>
              </a:lnSpc>
              <a:buFont typeface="+mj-lt"/>
              <a:buAutoNum type="arabicPeriod"/>
            </a:pPr>
            <a:r>
              <a:rPr lang="en-US" sz="2800" dirty="0">
                <a:latin typeface="Kollektif" panose="020B0604020101010102" pitchFamily="34" charset="77"/>
              </a:rPr>
              <a:t>Failing to address evaluation criteria directly</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3867232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162D-67C9-F437-8EAF-B2B36780C5F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4882AA-442E-E5F9-78A6-B04680CE09AA}"/>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7F191294-B7D1-E85B-663D-406D8D1ABA52}"/>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65D7487F-657D-85F0-A5F1-5840FD43DE8B}"/>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F76EADA1-E49B-46A4-31C2-E0B202C63194}"/>
              </a:ext>
            </a:extLst>
          </p:cNvPr>
          <p:cNvSpPr txBox="1"/>
          <p:nvPr/>
        </p:nvSpPr>
        <p:spPr>
          <a:xfrm>
            <a:off x="1009522" y="1435243"/>
            <a:ext cx="9342792" cy="5191757"/>
          </a:xfrm>
          <a:prstGeom prst="rect">
            <a:avLst/>
          </a:prstGeom>
          <a:noFill/>
        </p:spPr>
        <p:txBody>
          <a:bodyPr wrap="square" rtlCol="0">
            <a:normAutofit fontScale="92500" lnSpcReduction="10000"/>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Pricing too high or too low without justification or value prop</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answering the questions appropriately</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Writing dull, technical, or hard-to-read content</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Waiting until the last minute</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Failing to address evaluation criteria directly</a:t>
            </a:r>
          </a:p>
          <a:p>
            <a:pPr marL="514350" indent="-514350">
              <a:lnSpc>
                <a:spcPct val="150000"/>
              </a:lnSpc>
              <a:buFont typeface="+mj-lt"/>
              <a:buAutoNum type="arabicPeriod"/>
            </a:pPr>
            <a:r>
              <a:rPr lang="en-US" sz="2800" dirty="0">
                <a:latin typeface="Kollektif" panose="020B0604020101010102" pitchFamily="34" charset="77"/>
              </a:rPr>
              <a:t>Overlooking the importance of references and past performance</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3488469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70BDD-A4F8-04CB-BCB9-68D54270B9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3E8E3C-D8EB-6DCB-E3CE-F85926DFE341}"/>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B8888555-6BD5-8A69-CA51-498CE69A13C6}"/>
              </a:ext>
            </a:extLst>
          </p:cNvPr>
          <p:cNvSpPr txBox="1"/>
          <p:nvPr/>
        </p:nvSpPr>
        <p:spPr>
          <a:xfrm>
            <a:off x="1009522" y="167716"/>
            <a:ext cx="3230372"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biggest mistakes</a:t>
            </a:r>
          </a:p>
        </p:txBody>
      </p:sp>
      <p:pic>
        <p:nvPicPr>
          <p:cNvPr id="7" name="Picture 6" descr="A picture containing text&#10;&#10;Description automatically generated">
            <a:extLst>
              <a:ext uri="{FF2B5EF4-FFF2-40B4-BE49-F238E27FC236}">
                <a16:creationId xmlns:a16="http://schemas.microsoft.com/office/drawing/2014/main" id="{68DB87A0-D8A4-DD09-CA12-808312A43B52}"/>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E724E6F3-C4CC-CC33-55EF-418B6BB51E57}"/>
              </a:ext>
            </a:extLst>
          </p:cNvPr>
          <p:cNvSpPr txBox="1"/>
          <p:nvPr/>
        </p:nvSpPr>
        <p:spPr>
          <a:xfrm>
            <a:off x="1009522" y="1435243"/>
            <a:ext cx="9342792" cy="5191757"/>
          </a:xfrm>
          <a:prstGeom prst="rect">
            <a:avLst/>
          </a:prstGeom>
          <a:noFill/>
        </p:spPr>
        <p:txBody>
          <a:bodyPr wrap="square" rtlCol="0">
            <a:normAutofit fontScale="85000" lnSpcReduction="20000"/>
          </a:bodyPr>
          <a:lstStyle/>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meeting requirements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distinguishing yourself</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Focusing too much on features instead of benefits</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Pricing too high or too low without justification or value prop</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Not answering the questions appropriately</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Writing dull, technical, or hard-to-read content</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Waiting until the last minute</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Failing to address evaluation criteria directly</a:t>
            </a:r>
          </a:p>
          <a:p>
            <a:pPr marL="514350" indent="-514350">
              <a:lnSpc>
                <a:spcPct val="150000"/>
              </a:lnSpc>
              <a:buFont typeface="+mj-lt"/>
              <a:buAutoNum type="arabicPeriod"/>
            </a:pPr>
            <a:r>
              <a:rPr lang="en-US" sz="2800" dirty="0">
                <a:solidFill>
                  <a:schemeClr val="bg1">
                    <a:lumMod val="85000"/>
                  </a:schemeClr>
                </a:solidFill>
                <a:latin typeface="Kollektif" panose="020B0604020101010102" pitchFamily="34" charset="77"/>
              </a:rPr>
              <a:t>Overlooking the importance of references and past performance</a:t>
            </a:r>
          </a:p>
          <a:p>
            <a:pPr marL="514350" indent="-514350">
              <a:lnSpc>
                <a:spcPct val="150000"/>
              </a:lnSpc>
              <a:buFont typeface="+mj-lt"/>
              <a:buAutoNum type="arabicPeriod"/>
            </a:pPr>
            <a:r>
              <a:rPr lang="en-US" sz="2800" dirty="0">
                <a:latin typeface="Kollektif" panose="020B0604020101010102" pitchFamily="34" charset="77"/>
              </a:rPr>
              <a:t>Submitting without an objective final review</a:t>
            </a:r>
          </a:p>
          <a:p>
            <a:pPr marL="514350" indent="-514350">
              <a:lnSpc>
                <a:spcPct val="150000"/>
              </a:lnSpc>
              <a:buFont typeface="+mj-lt"/>
              <a:buAutoNum type="arabicPeriod"/>
            </a:pPr>
            <a:endParaRPr lang="en-US" sz="2800" dirty="0">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2757811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28926-28E2-45C5-F5F5-F06FC701900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61EEDE-BBDD-47C5-FBC1-E08EC35FFC5C}"/>
              </a:ext>
            </a:extLst>
          </p:cNvPr>
          <p:cNvSpPr/>
          <p:nvPr/>
        </p:nvSpPr>
        <p:spPr>
          <a:xfrm>
            <a:off x="0" y="-16626"/>
            <a:ext cx="1219200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8016E927-BD8D-2781-56FF-63A69D4542F0}"/>
              </a:ext>
            </a:extLst>
          </p:cNvPr>
          <p:cNvSpPr txBox="1"/>
          <p:nvPr/>
        </p:nvSpPr>
        <p:spPr>
          <a:xfrm>
            <a:off x="532776" y="1418857"/>
            <a:ext cx="11435817" cy="2721258"/>
          </a:xfrm>
          <a:prstGeom prst="rect">
            <a:avLst/>
          </a:prstGeom>
          <a:noFill/>
        </p:spPr>
        <p:txBody>
          <a:bodyPr wrap="square" rtlCol="0">
            <a:spAutoFit/>
          </a:bodyPr>
          <a:lstStyle/>
          <a:p>
            <a:pPr marL="0" marR="0" lvl="0" indent="0" algn="l" defTabSz="914400" rtl="0" eaLnBrk="1" fontAlgn="auto" latinLnBrk="0" hangingPunct="1">
              <a:lnSpc>
                <a:spcPts val="10000"/>
              </a:lnSpc>
              <a:spcBef>
                <a:spcPts val="0"/>
              </a:spcBef>
              <a:spcAft>
                <a:spcPts val="0"/>
              </a:spcAft>
              <a:buClrTx/>
              <a:buSzTx/>
              <a:buFontTx/>
              <a:buNone/>
              <a:tabLst/>
              <a:defRPr/>
            </a:pPr>
            <a:r>
              <a:rPr kumimoji="0" lang="en-US" sz="10000" b="0" i="0" u="none" strike="noStrike" kern="1200" cap="none" spc="0" normalizeH="0" baseline="0" noProof="0" dirty="0">
                <a:ln>
                  <a:noFill/>
                </a:ln>
                <a:solidFill>
                  <a:prstClr val="white"/>
                </a:solidFill>
                <a:effectLst/>
                <a:uLnTx/>
                <a:uFillTx/>
                <a:latin typeface="Bebas Neue" panose="020B0606020202050201" pitchFamily="34" charset="77"/>
                <a:ea typeface="+mn-ea"/>
                <a:cs typeface="+mn-cs"/>
              </a:rPr>
              <a:t>Best practices </a:t>
            </a:r>
          </a:p>
          <a:p>
            <a:pPr marL="0" marR="0" lvl="0" indent="0" algn="l" defTabSz="914400" rtl="0" eaLnBrk="1" fontAlgn="auto" latinLnBrk="0" hangingPunct="1">
              <a:lnSpc>
                <a:spcPts val="10000"/>
              </a:lnSpc>
              <a:spcBef>
                <a:spcPts val="0"/>
              </a:spcBef>
              <a:spcAft>
                <a:spcPts val="0"/>
              </a:spcAft>
              <a:buClrTx/>
              <a:buSzTx/>
              <a:buFontTx/>
              <a:buNone/>
              <a:tabLst/>
              <a:defRPr/>
            </a:pPr>
            <a:endParaRPr kumimoji="0" lang="en-US" sz="10000" b="0" i="0" u="none" strike="noStrike" kern="1200" cap="none" spc="0" normalizeH="0" baseline="0" noProof="0" dirty="0">
              <a:ln>
                <a:noFill/>
              </a:ln>
              <a:solidFill>
                <a:prstClr val="white"/>
              </a:solidFill>
              <a:effectLst/>
              <a:uLnTx/>
              <a:uFillTx/>
              <a:latin typeface="Bebas Neue" panose="020B0606020202050201" pitchFamily="34" charset="77"/>
              <a:ea typeface="+mn-ea"/>
              <a:cs typeface="+mn-cs"/>
            </a:endParaRPr>
          </a:p>
        </p:txBody>
      </p:sp>
      <p:pic>
        <p:nvPicPr>
          <p:cNvPr id="9" name="Picture 8" descr="A picture containing text&#10;&#10;Description automatically generated">
            <a:extLst>
              <a:ext uri="{FF2B5EF4-FFF2-40B4-BE49-F238E27FC236}">
                <a16:creationId xmlns:a16="http://schemas.microsoft.com/office/drawing/2014/main" id="{1741B8C3-8187-1DC4-84D4-689E8451BB54}"/>
              </a:ext>
            </a:extLst>
          </p:cNvPr>
          <p:cNvPicPr>
            <a:picLocks noChangeAspect="1"/>
          </p:cNvPicPr>
          <p:nvPr/>
        </p:nvPicPr>
        <p:blipFill>
          <a:blip r:embed="rId3"/>
          <a:stretch>
            <a:fillRect/>
          </a:stretch>
        </p:blipFill>
        <p:spPr>
          <a:xfrm>
            <a:off x="11121743" y="5872162"/>
            <a:ext cx="755956" cy="759695"/>
          </a:xfrm>
          <a:prstGeom prst="rect">
            <a:avLst/>
          </a:prstGeom>
        </p:spPr>
      </p:pic>
    </p:spTree>
    <p:extLst>
      <p:ext uri="{BB962C8B-B14F-4D97-AF65-F5344CB8AC3E}">
        <p14:creationId xmlns:p14="http://schemas.microsoft.com/office/powerpoint/2010/main" val="153976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2580A-9D92-6556-EA5A-0D2254FBFA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5C92B3B-4148-B4B5-564B-35EBC2B4537B}"/>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2234D351-7AF7-E5D1-0C71-1627DE471488}"/>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198EB18F-E2EF-69D1-B37F-D0F8C22363F5}"/>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0B86570B-051E-AC88-7AB5-89750F7DD553}"/>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a:pPr>
            <a:r>
              <a:rPr lang="en-US" sz="2800" dirty="0">
                <a:latin typeface="Kollektif" panose="020B0604020101010102" pitchFamily="34" charset="77"/>
              </a:rPr>
              <a:t>Not meeting requirements</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Use a compliance matrix</a:t>
            </a: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786220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EC6A-13FD-0C8B-EC57-708F632FC68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390828-3EE7-8EC8-5EB1-D1025577DE77}"/>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94B900B1-40A0-05A9-9693-F139F6ECEB9D}"/>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3D39282D-DA70-5CFD-968D-8776AE6890AD}"/>
              </a:ext>
            </a:extLst>
          </p:cNvPr>
          <p:cNvPicPr>
            <a:picLocks noChangeAspect="1"/>
          </p:cNvPicPr>
          <p:nvPr/>
        </p:nvPicPr>
        <p:blipFill>
          <a:blip r:embed="rId4"/>
          <a:stretch>
            <a:fillRect/>
          </a:stretch>
        </p:blipFill>
        <p:spPr>
          <a:xfrm>
            <a:off x="11163898" y="5914526"/>
            <a:ext cx="713801" cy="717331"/>
          </a:xfrm>
          <a:prstGeom prst="rect">
            <a:avLst/>
          </a:prstGeom>
        </p:spPr>
      </p:pic>
      <p:pic>
        <p:nvPicPr>
          <p:cNvPr id="5" name="Picture 4">
            <a:extLst>
              <a:ext uri="{FF2B5EF4-FFF2-40B4-BE49-F238E27FC236}">
                <a16:creationId xmlns:a16="http://schemas.microsoft.com/office/drawing/2014/main" id="{5F4ABF8D-C71C-3AA0-64E5-9D825DD6C234}"/>
              </a:ext>
            </a:extLst>
          </p:cNvPr>
          <p:cNvPicPr>
            <a:picLocks noChangeAspect="1"/>
          </p:cNvPicPr>
          <p:nvPr/>
        </p:nvPicPr>
        <p:blipFill>
          <a:blip r:embed="rId5"/>
          <a:stretch>
            <a:fillRect/>
          </a:stretch>
        </p:blipFill>
        <p:spPr>
          <a:xfrm>
            <a:off x="80962" y="2543175"/>
            <a:ext cx="12030075" cy="1771650"/>
          </a:xfrm>
          <a:prstGeom prst="rect">
            <a:avLst/>
          </a:prstGeom>
        </p:spPr>
      </p:pic>
    </p:spTree>
    <p:extLst>
      <p:ext uri="{BB962C8B-B14F-4D97-AF65-F5344CB8AC3E}">
        <p14:creationId xmlns:p14="http://schemas.microsoft.com/office/powerpoint/2010/main" val="12466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C7F8F-E506-EDD8-8C3E-AEFAC7D0CC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68FAFB-0F49-EC96-DEE1-63F00A86D6B0}"/>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1F2734D4-4F4B-2B7F-EFE7-3F48C4935493}"/>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B5F068C8-E56E-24E5-FD5B-C4B11A52BAAE}"/>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EEA8654D-657B-CAE9-CFB4-B4841E22D5DA}"/>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startAt="2"/>
            </a:pPr>
            <a:r>
              <a:rPr lang="en-US" sz="2800" dirty="0">
                <a:latin typeface="Kollektif" panose="020B0604020101010102" pitchFamily="34" charset="77"/>
              </a:rPr>
              <a:t>Not distinguishing yourself</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Know your differentiators</a:t>
            </a:r>
          </a:p>
          <a:p>
            <a:pPr marL="514350" indent="-514350">
              <a:lnSpc>
                <a:spcPct val="150000"/>
              </a:lnSpc>
              <a:buFont typeface="+mj-lt"/>
              <a:buAutoNum type="arabicPeriod" startAt="2"/>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2"/>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2"/>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838194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5045EB93-336D-40FD-AF6E-19A615C82167}"/>
              </a:ext>
            </a:extLst>
          </p:cNvPr>
          <p:cNvCxnSpPr/>
          <p:nvPr/>
        </p:nvCxnSpPr>
        <p:spPr>
          <a:xfrm flipV="1">
            <a:off x="650047" y="3544460"/>
            <a:ext cx="11055140" cy="78006"/>
          </a:xfrm>
          <a:prstGeom prst="line">
            <a:avLst/>
          </a:prstGeom>
          <a:ln w="76200">
            <a:solidFill>
              <a:srgbClr val="FF440B"/>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7832F42-E703-4228-8F62-8E9D200E4554}"/>
              </a:ext>
            </a:extLst>
          </p:cNvPr>
          <p:cNvCxnSpPr>
            <a:cxnSpLocks/>
          </p:cNvCxnSpPr>
          <p:nvPr/>
        </p:nvCxnSpPr>
        <p:spPr>
          <a:xfrm>
            <a:off x="11014155" y="4970500"/>
            <a:ext cx="47465" cy="564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903027" y="300252"/>
            <a:ext cx="10385946" cy="707886"/>
          </a:xfrm>
          <a:prstGeom prst="rect">
            <a:avLst/>
          </a:prstGeom>
          <a:noFill/>
        </p:spPr>
        <p:txBody>
          <a:bodyPr wrap="square" rtlCol="0">
            <a:spAutoFit/>
          </a:bodyPr>
          <a:lstStyle/>
          <a:p>
            <a:pPr lvl="0" algn="ctr">
              <a:defRPr/>
            </a:pPr>
            <a:r>
              <a:rPr lang="en-US" sz="4000">
                <a:solidFill>
                  <a:srgbClr val="000000">
                    <a:lumMod val="75000"/>
                    <a:lumOff val="25000"/>
                  </a:srgbClr>
                </a:solidFill>
                <a:latin typeface="Poppins" panose="00000500000000000000" pitchFamily="2" charset="0"/>
                <a:cs typeface="Poppins" panose="00000500000000000000" pitchFamily="2" charset="0"/>
              </a:rPr>
              <a:t>What Most Companies Do</a:t>
            </a:r>
            <a:endParaRPr lang="en-US" sz="4000" b="1">
              <a:solidFill>
                <a:srgbClr val="FF440B"/>
              </a:solidFill>
              <a:latin typeface="Poppins" panose="00000500000000000000" pitchFamily="2" charset="0"/>
              <a:cs typeface="Poppins" panose="00000500000000000000" pitchFamily="2" charset="0"/>
            </a:endParaRPr>
          </a:p>
        </p:txBody>
      </p:sp>
      <p:grpSp>
        <p:nvGrpSpPr>
          <p:cNvPr id="45" name="Group 44"/>
          <p:cNvGrpSpPr/>
          <p:nvPr/>
        </p:nvGrpSpPr>
        <p:grpSpPr>
          <a:xfrm>
            <a:off x="-264619" y="3164381"/>
            <a:ext cx="12721239" cy="529239"/>
            <a:chOff x="-264619" y="3164381"/>
            <a:chExt cx="12721239" cy="529239"/>
          </a:xfrm>
        </p:grpSpPr>
        <p:sp>
          <p:nvSpPr>
            <p:cNvPr id="46" name="Frame 45">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sp>
          <p:nvSpPr>
            <p:cNvPr id="47" name="Frame 46">
              <a:extLst>
                <a:ext uri="{FF2B5EF4-FFF2-40B4-BE49-F238E27FC236}">
                  <a16:creationId xmlns:a16="http://schemas.microsoft.com/office/drawing/2014/main" id="{564DAE0B-8604-42E6-839A-268CB08B4F86}"/>
                </a:ext>
              </a:extLst>
            </p:cNvPr>
            <p:cNvSpPr/>
            <p:nvPr/>
          </p:nvSpPr>
          <p:spPr>
            <a:xfrm rot="2700000">
              <a:off x="-264619"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grpSp>
        <p:nvGrpSpPr>
          <p:cNvPr id="36" name="Group 35"/>
          <p:cNvGrpSpPr/>
          <p:nvPr/>
        </p:nvGrpSpPr>
        <p:grpSpPr>
          <a:xfrm>
            <a:off x="0" y="182215"/>
            <a:ext cx="11902130" cy="6413961"/>
            <a:chOff x="0" y="182215"/>
            <a:chExt cx="11902130" cy="6413961"/>
          </a:xfrm>
        </p:grpSpPr>
        <p:sp>
          <p:nvSpPr>
            <p:cNvPr id="37" name="Rectangle 36">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8" name="TextBox 57">
            <a:extLst>
              <a:ext uri="{FF2B5EF4-FFF2-40B4-BE49-F238E27FC236}">
                <a16:creationId xmlns:a16="http://schemas.microsoft.com/office/drawing/2014/main" id="{90027EAB-4C72-4DFF-976C-E445AD7D4C3C}"/>
              </a:ext>
            </a:extLst>
          </p:cNvPr>
          <p:cNvSpPr txBox="1"/>
          <p:nvPr/>
        </p:nvSpPr>
        <p:spPr>
          <a:xfrm>
            <a:off x="-1146835" y="3244334"/>
            <a:ext cx="4562901" cy="369332"/>
          </a:xfrm>
          <a:prstGeom prst="rect">
            <a:avLst/>
          </a:prstGeom>
          <a:noFill/>
        </p:spPr>
        <p:txBody>
          <a:bodyPr wrap="square" rtlCol="0">
            <a:spAutoFit/>
          </a:bodyPr>
          <a:lstStyle/>
          <a:p>
            <a:pPr algn="ctr"/>
            <a:r>
              <a:rPr lang="en-US">
                <a:solidFill>
                  <a:srgbClr val="FF440B"/>
                </a:solidFill>
                <a:latin typeface="Poppins" panose="00000500000000000000" pitchFamily="2" charset="0"/>
                <a:cs typeface="Poppins" panose="00000500000000000000" pitchFamily="2" charset="0"/>
              </a:rPr>
              <a:t>Baseline</a:t>
            </a:r>
          </a:p>
        </p:txBody>
      </p:sp>
      <p:sp>
        <p:nvSpPr>
          <p:cNvPr id="3" name="Rectangle: Rounded Corners 2">
            <a:extLst>
              <a:ext uri="{FF2B5EF4-FFF2-40B4-BE49-F238E27FC236}">
                <a16:creationId xmlns:a16="http://schemas.microsoft.com/office/drawing/2014/main" id="{DAC1AEC7-5640-70B1-C814-E35D3242BA58}"/>
              </a:ext>
            </a:extLst>
          </p:cNvPr>
          <p:cNvSpPr/>
          <p:nvPr/>
        </p:nvSpPr>
        <p:spPr>
          <a:xfrm>
            <a:off x="4230351" y="5148455"/>
            <a:ext cx="3682187" cy="885371"/>
          </a:xfrm>
          <a:prstGeom prst="roundRect">
            <a:avLst>
              <a:gd name="adj" fmla="val 26727"/>
            </a:avLst>
          </a:prstGeom>
          <a:noFill/>
          <a:ln w="38100">
            <a:solidFill>
              <a:srgbClr val="FF44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Montserrat Medium"/>
              <a:ea typeface="+mn-ea"/>
              <a:cs typeface="+mn-cs"/>
            </a:endParaRPr>
          </a:p>
        </p:txBody>
      </p:sp>
      <p:sp>
        <p:nvSpPr>
          <p:cNvPr id="5" name="TextBox 4">
            <a:extLst>
              <a:ext uri="{FF2B5EF4-FFF2-40B4-BE49-F238E27FC236}">
                <a16:creationId xmlns:a16="http://schemas.microsoft.com/office/drawing/2014/main" id="{AF53DDCE-7510-5608-2C25-1E7AA0EC390E}"/>
              </a:ext>
            </a:extLst>
          </p:cNvPr>
          <p:cNvSpPr txBox="1"/>
          <p:nvPr/>
        </p:nvSpPr>
        <p:spPr>
          <a:xfrm>
            <a:off x="4453674" y="5426830"/>
            <a:ext cx="3284983" cy="338554"/>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a:defRPr>
                <a:solidFill>
                  <a:schemeClr val="tx1">
                    <a:lumMod val="75000"/>
                    <a:lumOff val="25000"/>
                  </a:schemeClr>
                </a:solidFill>
                <a:latin typeface="Montserrat" panose="00000500000000000000" pitchFamily="50" charset="0"/>
              </a:defRPr>
            </a:lvl1pPr>
          </a:lstStyle>
          <a:p>
            <a:pPr lvl="0" algn="ctr"/>
            <a:r>
              <a:rPr lang="en-US" sz="1600">
                <a:solidFill>
                  <a:srgbClr val="000000">
                    <a:lumMod val="75000"/>
                    <a:lumOff val="25000"/>
                  </a:srgbClr>
                </a:solidFill>
                <a:latin typeface="Montserrat" panose="00000500000000000000" pitchFamily="2" charset="0"/>
                <a:ea typeface="Roboto" panose="020B0604020202020204" charset="0"/>
                <a:cs typeface="Poppins" panose="00000500000000000000" pitchFamily="2" charset="0"/>
              </a:rPr>
              <a:t>Respond to the Requirements</a:t>
            </a:r>
            <a:endParaRPr lang="en-US"/>
          </a:p>
        </p:txBody>
      </p:sp>
      <p:pic>
        <p:nvPicPr>
          <p:cNvPr id="7" name="Picture 6" descr="A number in a circle&#10;&#10;Description automatically generated">
            <a:extLst>
              <a:ext uri="{FF2B5EF4-FFF2-40B4-BE49-F238E27FC236}">
                <a16:creationId xmlns:a16="http://schemas.microsoft.com/office/drawing/2014/main" id="{C208A040-B98E-5549-C132-71E900382CCE}"/>
              </a:ext>
            </a:extLst>
          </p:cNvPr>
          <p:cNvPicPr>
            <a:picLocks noChangeAspect="1"/>
          </p:cNvPicPr>
          <p:nvPr/>
        </p:nvPicPr>
        <p:blipFill>
          <a:blip r:embed="rId3"/>
          <a:stretch>
            <a:fillRect/>
          </a:stretch>
        </p:blipFill>
        <p:spPr>
          <a:xfrm>
            <a:off x="3727214" y="5237103"/>
            <a:ext cx="720609" cy="720609"/>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57D00AB2-E774-60EB-0949-B2E1202878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46682" y="0"/>
            <a:ext cx="1089843" cy="1102407"/>
          </a:xfrm>
          <a:prstGeom prst="rect">
            <a:avLst/>
          </a:prstGeom>
          <a:solidFill>
            <a:srgbClr val="FF440B"/>
          </a:solidFill>
        </p:spPr>
      </p:pic>
    </p:spTree>
    <p:extLst>
      <p:ext uri="{BB962C8B-B14F-4D97-AF65-F5344CB8AC3E}">
        <p14:creationId xmlns:p14="http://schemas.microsoft.com/office/powerpoint/2010/main" val="3795605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5045EB93-336D-40FD-AF6E-19A615C82167}"/>
              </a:ext>
            </a:extLst>
          </p:cNvPr>
          <p:cNvCxnSpPr/>
          <p:nvPr/>
        </p:nvCxnSpPr>
        <p:spPr>
          <a:xfrm flipV="1">
            <a:off x="650047" y="3544460"/>
            <a:ext cx="11055140" cy="78006"/>
          </a:xfrm>
          <a:prstGeom prst="line">
            <a:avLst/>
          </a:prstGeom>
          <a:ln w="76200">
            <a:solidFill>
              <a:srgbClr val="FF440B"/>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7832F42-E703-4228-8F62-8E9D200E4554}"/>
              </a:ext>
            </a:extLst>
          </p:cNvPr>
          <p:cNvCxnSpPr>
            <a:cxnSpLocks/>
          </p:cNvCxnSpPr>
          <p:nvPr/>
        </p:nvCxnSpPr>
        <p:spPr>
          <a:xfrm>
            <a:off x="11014155" y="4970500"/>
            <a:ext cx="47465" cy="564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903027" y="300252"/>
            <a:ext cx="10385946" cy="707886"/>
          </a:xfrm>
          <a:prstGeom prst="rect">
            <a:avLst/>
          </a:prstGeom>
          <a:noFill/>
        </p:spPr>
        <p:txBody>
          <a:bodyPr wrap="square" rtlCol="0">
            <a:spAutoFit/>
          </a:bodyPr>
          <a:lstStyle/>
          <a:p>
            <a:pPr lvl="0" algn="ctr">
              <a:defRPr/>
            </a:pPr>
            <a:r>
              <a:rPr lang="en-US" sz="4000">
                <a:solidFill>
                  <a:srgbClr val="000000">
                    <a:lumMod val="75000"/>
                    <a:lumOff val="25000"/>
                  </a:srgbClr>
                </a:solidFill>
                <a:latin typeface="Poppins" panose="00000500000000000000" pitchFamily="2" charset="0"/>
                <a:cs typeface="Poppins" panose="00000500000000000000" pitchFamily="2" charset="0"/>
              </a:rPr>
              <a:t>What Most Companies Do</a:t>
            </a:r>
            <a:endParaRPr lang="en-US" sz="4000" b="1">
              <a:solidFill>
                <a:srgbClr val="FF440B"/>
              </a:solidFill>
              <a:latin typeface="Poppins" panose="00000500000000000000" pitchFamily="2" charset="0"/>
              <a:cs typeface="Poppins" panose="00000500000000000000" pitchFamily="2" charset="0"/>
            </a:endParaRPr>
          </a:p>
        </p:txBody>
      </p:sp>
      <p:grpSp>
        <p:nvGrpSpPr>
          <p:cNvPr id="45" name="Group 44"/>
          <p:cNvGrpSpPr/>
          <p:nvPr/>
        </p:nvGrpSpPr>
        <p:grpSpPr>
          <a:xfrm>
            <a:off x="-264619" y="3164381"/>
            <a:ext cx="12721239" cy="529239"/>
            <a:chOff x="-264619" y="3164381"/>
            <a:chExt cx="12721239" cy="529239"/>
          </a:xfrm>
        </p:grpSpPr>
        <p:sp>
          <p:nvSpPr>
            <p:cNvPr id="46" name="Frame 45">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sp>
          <p:nvSpPr>
            <p:cNvPr id="47" name="Frame 46">
              <a:extLst>
                <a:ext uri="{FF2B5EF4-FFF2-40B4-BE49-F238E27FC236}">
                  <a16:creationId xmlns:a16="http://schemas.microsoft.com/office/drawing/2014/main" id="{564DAE0B-8604-42E6-839A-268CB08B4F86}"/>
                </a:ext>
              </a:extLst>
            </p:cNvPr>
            <p:cNvSpPr/>
            <p:nvPr/>
          </p:nvSpPr>
          <p:spPr>
            <a:xfrm rot="2700000">
              <a:off x="-264619"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grpSp>
        <p:nvGrpSpPr>
          <p:cNvPr id="36" name="Group 35"/>
          <p:cNvGrpSpPr/>
          <p:nvPr/>
        </p:nvGrpSpPr>
        <p:grpSpPr>
          <a:xfrm>
            <a:off x="0" y="182215"/>
            <a:ext cx="11902130" cy="6413961"/>
            <a:chOff x="0" y="182215"/>
            <a:chExt cx="11902130" cy="6413961"/>
          </a:xfrm>
        </p:grpSpPr>
        <p:sp>
          <p:nvSpPr>
            <p:cNvPr id="37" name="Rectangle 36">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8" name="TextBox 57">
            <a:extLst>
              <a:ext uri="{FF2B5EF4-FFF2-40B4-BE49-F238E27FC236}">
                <a16:creationId xmlns:a16="http://schemas.microsoft.com/office/drawing/2014/main" id="{90027EAB-4C72-4DFF-976C-E445AD7D4C3C}"/>
              </a:ext>
            </a:extLst>
          </p:cNvPr>
          <p:cNvSpPr txBox="1"/>
          <p:nvPr/>
        </p:nvSpPr>
        <p:spPr>
          <a:xfrm>
            <a:off x="-1146835" y="3244334"/>
            <a:ext cx="4562901" cy="369332"/>
          </a:xfrm>
          <a:prstGeom prst="rect">
            <a:avLst/>
          </a:prstGeom>
          <a:noFill/>
        </p:spPr>
        <p:txBody>
          <a:bodyPr wrap="square" rtlCol="0">
            <a:spAutoFit/>
          </a:bodyPr>
          <a:lstStyle/>
          <a:p>
            <a:pPr algn="ctr"/>
            <a:r>
              <a:rPr lang="en-US">
                <a:solidFill>
                  <a:srgbClr val="FF440B"/>
                </a:solidFill>
                <a:latin typeface="Poppins" panose="00000500000000000000" pitchFamily="2" charset="0"/>
                <a:cs typeface="Poppins" panose="00000500000000000000" pitchFamily="2" charset="0"/>
              </a:rPr>
              <a:t>Baseline</a:t>
            </a:r>
          </a:p>
        </p:txBody>
      </p:sp>
      <p:sp>
        <p:nvSpPr>
          <p:cNvPr id="3" name="Rectangle: Rounded Corners 2">
            <a:extLst>
              <a:ext uri="{FF2B5EF4-FFF2-40B4-BE49-F238E27FC236}">
                <a16:creationId xmlns:a16="http://schemas.microsoft.com/office/drawing/2014/main" id="{AAA2811E-0563-1FE9-7D38-D74184D4CB2A}"/>
              </a:ext>
            </a:extLst>
          </p:cNvPr>
          <p:cNvSpPr/>
          <p:nvPr/>
        </p:nvSpPr>
        <p:spPr>
          <a:xfrm>
            <a:off x="4230351" y="5148455"/>
            <a:ext cx="3682187" cy="885371"/>
          </a:xfrm>
          <a:prstGeom prst="roundRect">
            <a:avLst>
              <a:gd name="adj" fmla="val 26727"/>
            </a:avLst>
          </a:prstGeom>
          <a:noFill/>
          <a:ln w="38100">
            <a:solidFill>
              <a:srgbClr val="FF44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Montserrat Medium"/>
              <a:ea typeface="+mn-ea"/>
              <a:cs typeface="+mn-cs"/>
            </a:endParaRPr>
          </a:p>
        </p:txBody>
      </p:sp>
      <p:sp>
        <p:nvSpPr>
          <p:cNvPr id="5" name="TextBox 4">
            <a:extLst>
              <a:ext uri="{FF2B5EF4-FFF2-40B4-BE49-F238E27FC236}">
                <a16:creationId xmlns:a16="http://schemas.microsoft.com/office/drawing/2014/main" id="{550CEC95-CEC2-B20F-13F6-5677D62D4AA6}"/>
              </a:ext>
            </a:extLst>
          </p:cNvPr>
          <p:cNvSpPr txBox="1"/>
          <p:nvPr/>
        </p:nvSpPr>
        <p:spPr>
          <a:xfrm>
            <a:off x="4453674" y="5426830"/>
            <a:ext cx="3284983" cy="338554"/>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a:defRPr>
                <a:solidFill>
                  <a:schemeClr val="tx1">
                    <a:lumMod val="75000"/>
                    <a:lumOff val="25000"/>
                  </a:schemeClr>
                </a:solidFill>
                <a:latin typeface="Montserrat" panose="00000500000000000000" pitchFamily="50" charset="0"/>
              </a:defRPr>
            </a:lvl1pPr>
          </a:lstStyle>
          <a:p>
            <a:pPr lvl="0" algn="ctr"/>
            <a:r>
              <a:rPr lang="en-US" sz="1600">
                <a:solidFill>
                  <a:srgbClr val="000000">
                    <a:lumMod val="75000"/>
                    <a:lumOff val="25000"/>
                  </a:srgbClr>
                </a:solidFill>
                <a:latin typeface="Montserrat" panose="00000500000000000000" pitchFamily="2" charset="0"/>
                <a:ea typeface="Roboto" panose="020B0604020202020204" charset="0"/>
                <a:cs typeface="Poppins" panose="00000500000000000000" pitchFamily="2" charset="0"/>
              </a:rPr>
              <a:t>Respond to the Requirements</a:t>
            </a:r>
            <a:endParaRPr lang="en-US"/>
          </a:p>
        </p:txBody>
      </p:sp>
      <p:pic>
        <p:nvPicPr>
          <p:cNvPr id="7" name="Picture 6" descr="A number in a circle&#10;&#10;Description automatically generated">
            <a:extLst>
              <a:ext uri="{FF2B5EF4-FFF2-40B4-BE49-F238E27FC236}">
                <a16:creationId xmlns:a16="http://schemas.microsoft.com/office/drawing/2014/main" id="{1D3D5691-4F07-6022-C930-839CFCEDF61E}"/>
              </a:ext>
            </a:extLst>
          </p:cNvPr>
          <p:cNvPicPr>
            <a:picLocks noChangeAspect="1"/>
          </p:cNvPicPr>
          <p:nvPr/>
        </p:nvPicPr>
        <p:blipFill>
          <a:blip r:embed="rId3"/>
          <a:stretch>
            <a:fillRect/>
          </a:stretch>
        </p:blipFill>
        <p:spPr>
          <a:xfrm>
            <a:off x="3727214" y="5237103"/>
            <a:ext cx="720609" cy="720609"/>
          </a:xfrm>
          <a:prstGeom prst="rect">
            <a:avLst/>
          </a:prstGeom>
        </p:spPr>
      </p:pic>
      <p:sp>
        <p:nvSpPr>
          <p:cNvPr id="9" name="Rectangle: Rounded Corners 8">
            <a:extLst>
              <a:ext uri="{FF2B5EF4-FFF2-40B4-BE49-F238E27FC236}">
                <a16:creationId xmlns:a16="http://schemas.microsoft.com/office/drawing/2014/main" id="{3C1303F9-1FF9-A3F8-16FB-6D3F0F18D848}"/>
              </a:ext>
            </a:extLst>
          </p:cNvPr>
          <p:cNvSpPr/>
          <p:nvPr/>
        </p:nvSpPr>
        <p:spPr>
          <a:xfrm>
            <a:off x="4260394" y="3904627"/>
            <a:ext cx="3650322" cy="811240"/>
          </a:xfrm>
          <a:prstGeom prst="roundRect">
            <a:avLst>
              <a:gd name="adj" fmla="val 26727"/>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Montserrat Medium"/>
              <a:ea typeface="+mn-ea"/>
              <a:cs typeface="+mn-cs"/>
            </a:endParaRPr>
          </a:p>
        </p:txBody>
      </p:sp>
      <p:sp>
        <p:nvSpPr>
          <p:cNvPr id="11" name="TextBox 10">
            <a:extLst>
              <a:ext uri="{FF2B5EF4-FFF2-40B4-BE49-F238E27FC236}">
                <a16:creationId xmlns:a16="http://schemas.microsoft.com/office/drawing/2014/main" id="{27C61FAF-049B-3711-6CF9-F8AC13B1DDFF}"/>
              </a:ext>
            </a:extLst>
          </p:cNvPr>
          <p:cNvSpPr txBox="1"/>
          <p:nvPr/>
        </p:nvSpPr>
        <p:spPr>
          <a:xfrm>
            <a:off x="4513337" y="4143708"/>
            <a:ext cx="2871665" cy="338554"/>
          </a:xfrm>
          <a:prstGeom prst="rect">
            <a:avLst/>
          </a:prstGeom>
          <a:noFill/>
        </p:spPr>
        <p:txBody>
          <a:bodyPr wrap="square" lIns="91440" tIns="45720" rIns="91440" bIns="45720" rtlCol="0" anchor="t">
            <a:spAutoFit/>
          </a:bodyPr>
          <a:lstStyle/>
          <a:p>
            <a:pPr lvl="0"/>
            <a:r>
              <a:rPr lang="en-US" sz="1600">
                <a:solidFill>
                  <a:srgbClr val="000000">
                    <a:lumMod val="75000"/>
                    <a:lumOff val="25000"/>
                  </a:srgbClr>
                </a:solidFill>
                <a:latin typeface="Montserrat" panose="00000500000000000000" pitchFamily="2" charset="0"/>
                <a:ea typeface="Roboto" panose="020B0604020202020204" charset="0"/>
                <a:cs typeface="Poppins" panose="00000500000000000000" pitchFamily="2" charset="0"/>
              </a:rPr>
              <a:t>Meet the qualifications</a:t>
            </a:r>
            <a:endParaRPr lang="en-US">
              <a:cs typeface="Calibri" panose="020F0502020204030204"/>
            </a:endParaRPr>
          </a:p>
        </p:txBody>
      </p:sp>
      <p:pic>
        <p:nvPicPr>
          <p:cNvPr id="13" name="Picture 12" descr="A number in a circle&#10;&#10;Description automatically generated">
            <a:extLst>
              <a:ext uri="{FF2B5EF4-FFF2-40B4-BE49-F238E27FC236}">
                <a16:creationId xmlns:a16="http://schemas.microsoft.com/office/drawing/2014/main" id="{E23C3904-D12D-CA97-3D7A-C89A50A0CD52}"/>
              </a:ext>
            </a:extLst>
          </p:cNvPr>
          <p:cNvPicPr>
            <a:picLocks noChangeAspect="1"/>
          </p:cNvPicPr>
          <p:nvPr/>
        </p:nvPicPr>
        <p:blipFill>
          <a:blip r:embed="rId4"/>
          <a:stretch>
            <a:fillRect/>
          </a:stretch>
        </p:blipFill>
        <p:spPr>
          <a:xfrm>
            <a:off x="3736621" y="3957696"/>
            <a:ext cx="682978" cy="711200"/>
          </a:xfrm>
          <a:prstGeom prst="rect">
            <a:avLst/>
          </a:prstGeom>
        </p:spPr>
      </p:pic>
      <p:pic>
        <p:nvPicPr>
          <p:cNvPr id="15" name="Picture 14" descr="A picture containing text&#10;&#10;Description automatically generated">
            <a:extLst>
              <a:ext uri="{FF2B5EF4-FFF2-40B4-BE49-F238E27FC236}">
                <a16:creationId xmlns:a16="http://schemas.microsoft.com/office/drawing/2014/main" id="{165FA667-3E91-88DA-CF5C-B84CC4D78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46682" y="0"/>
            <a:ext cx="1089843" cy="1102407"/>
          </a:xfrm>
          <a:prstGeom prst="rect">
            <a:avLst/>
          </a:prstGeom>
          <a:solidFill>
            <a:srgbClr val="FF440B"/>
          </a:solidFill>
        </p:spPr>
      </p:pic>
    </p:spTree>
    <p:extLst>
      <p:ext uri="{BB962C8B-B14F-4D97-AF65-F5344CB8AC3E}">
        <p14:creationId xmlns:p14="http://schemas.microsoft.com/office/powerpoint/2010/main" val="3817197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5045EB93-336D-40FD-AF6E-19A615C82167}"/>
              </a:ext>
            </a:extLst>
          </p:cNvPr>
          <p:cNvCxnSpPr/>
          <p:nvPr/>
        </p:nvCxnSpPr>
        <p:spPr>
          <a:xfrm flipV="1">
            <a:off x="650047" y="3544460"/>
            <a:ext cx="11055140" cy="78006"/>
          </a:xfrm>
          <a:prstGeom prst="line">
            <a:avLst/>
          </a:prstGeom>
          <a:ln w="76200">
            <a:solidFill>
              <a:srgbClr val="FF440B"/>
            </a:solidFill>
          </a:ln>
        </p:spPr>
        <p:style>
          <a:lnRef idx="1">
            <a:schemeClr val="accent1"/>
          </a:lnRef>
          <a:fillRef idx="0">
            <a:schemeClr val="accent1"/>
          </a:fillRef>
          <a:effectRef idx="0">
            <a:schemeClr val="accent1"/>
          </a:effectRef>
          <a:fontRef idx="minor">
            <a:schemeClr val="tx1"/>
          </a:fontRef>
        </p:style>
      </p:cxnSp>
      <p:sp>
        <p:nvSpPr>
          <p:cNvPr id="121" name="Rectangle: Rounded Corners 120">
            <a:extLst>
              <a:ext uri="{FF2B5EF4-FFF2-40B4-BE49-F238E27FC236}">
                <a16:creationId xmlns:a16="http://schemas.microsoft.com/office/drawing/2014/main" id="{750D1A3A-E9F9-4421-89FE-C50279296EAD}"/>
              </a:ext>
            </a:extLst>
          </p:cNvPr>
          <p:cNvSpPr/>
          <p:nvPr/>
        </p:nvSpPr>
        <p:spPr>
          <a:xfrm>
            <a:off x="4230351" y="5148455"/>
            <a:ext cx="3682187" cy="885371"/>
          </a:xfrm>
          <a:prstGeom prst="roundRect">
            <a:avLst>
              <a:gd name="adj" fmla="val 26727"/>
            </a:avLst>
          </a:prstGeom>
          <a:noFill/>
          <a:ln w="38100">
            <a:solidFill>
              <a:srgbClr val="FF44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Montserrat Medium"/>
              <a:ea typeface="+mn-ea"/>
              <a:cs typeface="+mn-cs"/>
            </a:endParaRPr>
          </a:p>
        </p:txBody>
      </p:sp>
      <p:sp>
        <p:nvSpPr>
          <p:cNvPr id="127" name="TextBox 126">
            <a:extLst>
              <a:ext uri="{FF2B5EF4-FFF2-40B4-BE49-F238E27FC236}">
                <a16:creationId xmlns:a16="http://schemas.microsoft.com/office/drawing/2014/main" id="{8FF76955-AD0F-4BA0-940B-7E6A3C035C6B}"/>
              </a:ext>
            </a:extLst>
          </p:cNvPr>
          <p:cNvSpPr txBox="1"/>
          <p:nvPr/>
        </p:nvSpPr>
        <p:spPr>
          <a:xfrm>
            <a:off x="4453674" y="5426830"/>
            <a:ext cx="3284983" cy="338554"/>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a:defRPr>
                <a:solidFill>
                  <a:schemeClr val="tx1">
                    <a:lumMod val="75000"/>
                    <a:lumOff val="25000"/>
                  </a:schemeClr>
                </a:solidFill>
                <a:latin typeface="Montserrat" panose="00000500000000000000" pitchFamily="50" charset="0"/>
              </a:defRPr>
            </a:lvl1pPr>
          </a:lstStyle>
          <a:p>
            <a:pPr lvl="0" algn="ctr"/>
            <a:r>
              <a:rPr lang="en-US" sz="1600">
                <a:solidFill>
                  <a:srgbClr val="000000">
                    <a:lumMod val="75000"/>
                    <a:lumOff val="25000"/>
                  </a:srgbClr>
                </a:solidFill>
                <a:latin typeface="Montserrat" panose="00000500000000000000" pitchFamily="2" charset="0"/>
                <a:ea typeface="Roboto" panose="020B0604020202020204" charset="0"/>
                <a:cs typeface="Poppins" panose="00000500000000000000" pitchFamily="2" charset="0"/>
              </a:rPr>
              <a:t>Respond to the Requirements</a:t>
            </a:r>
            <a:endParaRPr lang="en-US"/>
          </a:p>
        </p:txBody>
      </p:sp>
      <p:sp>
        <p:nvSpPr>
          <p:cNvPr id="100" name="Rectangle: Rounded Corners 99">
            <a:extLst>
              <a:ext uri="{FF2B5EF4-FFF2-40B4-BE49-F238E27FC236}">
                <a16:creationId xmlns:a16="http://schemas.microsoft.com/office/drawing/2014/main" id="{E1B41627-908B-4E1E-A04F-B5A698CE3862}"/>
              </a:ext>
            </a:extLst>
          </p:cNvPr>
          <p:cNvSpPr/>
          <p:nvPr/>
        </p:nvSpPr>
        <p:spPr>
          <a:xfrm>
            <a:off x="4260394" y="3904627"/>
            <a:ext cx="3650322" cy="811240"/>
          </a:xfrm>
          <a:prstGeom prst="roundRect">
            <a:avLst>
              <a:gd name="adj" fmla="val 26727"/>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Montserrat Medium"/>
              <a:ea typeface="+mn-ea"/>
              <a:cs typeface="+mn-cs"/>
            </a:endParaRPr>
          </a:p>
        </p:txBody>
      </p:sp>
      <p:sp>
        <p:nvSpPr>
          <p:cNvPr id="102" name="TextBox 101">
            <a:extLst>
              <a:ext uri="{FF2B5EF4-FFF2-40B4-BE49-F238E27FC236}">
                <a16:creationId xmlns:a16="http://schemas.microsoft.com/office/drawing/2014/main" id="{F5B31C49-F092-4B22-8159-91F5F2F04824}"/>
              </a:ext>
            </a:extLst>
          </p:cNvPr>
          <p:cNvSpPr txBox="1"/>
          <p:nvPr/>
        </p:nvSpPr>
        <p:spPr>
          <a:xfrm>
            <a:off x="4513337" y="4143708"/>
            <a:ext cx="2871665" cy="338554"/>
          </a:xfrm>
          <a:prstGeom prst="rect">
            <a:avLst/>
          </a:prstGeom>
          <a:noFill/>
        </p:spPr>
        <p:txBody>
          <a:bodyPr wrap="square" lIns="91440" tIns="45720" rIns="91440" bIns="45720" rtlCol="0" anchor="t">
            <a:spAutoFit/>
          </a:bodyPr>
          <a:lstStyle/>
          <a:p>
            <a:pPr lvl="0"/>
            <a:r>
              <a:rPr lang="en-US" sz="1600">
                <a:solidFill>
                  <a:srgbClr val="000000">
                    <a:lumMod val="75000"/>
                    <a:lumOff val="25000"/>
                  </a:srgbClr>
                </a:solidFill>
                <a:latin typeface="Montserrat" panose="00000500000000000000" pitchFamily="2" charset="0"/>
                <a:ea typeface="Roboto" panose="020B0604020202020204" charset="0"/>
                <a:cs typeface="Poppins" panose="00000500000000000000" pitchFamily="2" charset="0"/>
              </a:rPr>
              <a:t>Meet the qualifications</a:t>
            </a:r>
            <a:endParaRPr lang="en-US">
              <a:cs typeface="Calibri" panose="020F0502020204030204"/>
            </a:endParaRPr>
          </a:p>
        </p:txBody>
      </p:sp>
      <p:cxnSp>
        <p:nvCxnSpPr>
          <p:cNvPr id="201" name="Straight Connector 200">
            <a:extLst>
              <a:ext uri="{FF2B5EF4-FFF2-40B4-BE49-F238E27FC236}">
                <a16:creationId xmlns:a16="http://schemas.microsoft.com/office/drawing/2014/main" id="{37832F42-E703-4228-8F62-8E9D200E4554}"/>
              </a:ext>
            </a:extLst>
          </p:cNvPr>
          <p:cNvCxnSpPr>
            <a:cxnSpLocks/>
          </p:cNvCxnSpPr>
          <p:nvPr/>
        </p:nvCxnSpPr>
        <p:spPr>
          <a:xfrm>
            <a:off x="11014155" y="4970500"/>
            <a:ext cx="47465" cy="564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903027" y="300252"/>
            <a:ext cx="10385946" cy="707886"/>
          </a:xfrm>
          <a:prstGeom prst="rect">
            <a:avLst/>
          </a:prstGeom>
          <a:noFill/>
        </p:spPr>
        <p:txBody>
          <a:bodyPr wrap="square" lIns="91440" tIns="45720" rIns="91440" bIns="45720" rtlCol="0" anchor="t">
            <a:spAutoFit/>
          </a:bodyPr>
          <a:lstStyle/>
          <a:p>
            <a:pPr algn="ctr">
              <a:defRPr/>
            </a:pPr>
            <a:r>
              <a:rPr lang="en-US" sz="4000">
                <a:solidFill>
                  <a:srgbClr val="000000"/>
                </a:solidFill>
                <a:latin typeface="Poppins"/>
                <a:cs typeface="Poppins"/>
              </a:rPr>
              <a:t>The </a:t>
            </a:r>
            <a:r>
              <a:rPr lang="en-US" sz="4000" b="1">
                <a:solidFill>
                  <a:srgbClr val="FF440B"/>
                </a:solidFill>
                <a:latin typeface="Poppins"/>
                <a:cs typeface="Poppins"/>
              </a:rPr>
              <a:t>RFP Success® Way</a:t>
            </a:r>
          </a:p>
        </p:txBody>
      </p:sp>
      <p:grpSp>
        <p:nvGrpSpPr>
          <p:cNvPr id="45" name="Group 44"/>
          <p:cNvGrpSpPr/>
          <p:nvPr/>
        </p:nvGrpSpPr>
        <p:grpSpPr>
          <a:xfrm>
            <a:off x="-264619" y="3164381"/>
            <a:ext cx="12721239" cy="529239"/>
            <a:chOff x="-264619" y="3164381"/>
            <a:chExt cx="12721239" cy="529239"/>
          </a:xfrm>
        </p:grpSpPr>
        <p:sp>
          <p:nvSpPr>
            <p:cNvPr id="46" name="Frame 45">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sp>
          <p:nvSpPr>
            <p:cNvPr id="47" name="Frame 46">
              <a:extLst>
                <a:ext uri="{FF2B5EF4-FFF2-40B4-BE49-F238E27FC236}">
                  <a16:creationId xmlns:a16="http://schemas.microsoft.com/office/drawing/2014/main" id="{564DAE0B-8604-42E6-839A-268CB08B4F86}"/>
                </a:ext>
              </a:extLst>
            </p:cNvPr>
            <p:cNvSpPr/>
            <p:nvPr/>
          </p:nvSpPr>
          <p:spPr>
            <a:xfrm rot="2700000">
              <a:off x="-264619"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grpSp>
        <p:nvGrpSpPr>
          <p:cNvPr id="36" name="Group 35"/>
          <p:cNvGrpSpPr/>
          <p:nvPr/>
        </p:nvGrpSpPr>
        <p:grpSpPr>
          <a:xfrm>
            <a:off x="0" y="182215"/>
            <a:ext cx="11902130" cy="6413961"/>
            <a:chOff x="0" y="182215"/>
            <a:chExt cx="11902130" cy="6413961"/>
          </a:xfrm>
        </p:grpSpPr>
        <p:sp>
          <p:nvSpPr>
            <p:cNvPr id="37" name="Rectangle 36">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55" name="Picture 54"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sp>
        <p:nvSpPr>
          <p:cNvPr id="105" name="Rectangle: Rounded Corners 104">
            <a:extLst>
              <a:ext uri="{FF2B5EF4-FFF2-40B4-BE49-F238E27FC236}">
                <a16:creationId xmlns:a16="http://schemas.microsoft.com/office/drawing/2014/main" id="{37517237-BC5E-4DB3-A046-9285CA6CB349}"/>
              </a:ext>
            </a:extLst>
          </p:cNvPr>
          <p:cNvSpPr/>
          <p:nvPr/>
        </p:nvSpPr>
        <p:spPr>
          <a:xfrm>
            <a:off x="4296314" y="2159643"/>
            <a:ext cx="3550260" cy="848163"/>
          </a:xfrm>
          <a:prstGeom prst="roundRect">
            <a:avLst>
              <a:gd name="adj" fmla="val 26727"/>
            </a:avLst>
          </a:prstGeom>
          <a:noFill/>
          <a:ln w="38100">
            <a:solidFill>
              <a:srgbClr val="FF44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2960" rtl="0" eaLnBrk="1" fontAlgn="auto" latinLnBrk="0" hangingPunct="1">
              <a:lnSpc>
                <a:spcPct val="100000"/>
              </a:lnSpc>
              <a:spcBef>
                <a:spcPts val="0"/>
              </a:spcBef>
              <a:spcAft>
                <a:spcPts val="0"/>
              </a:spcAft>
              <a:buClrTx/>
              <a:buSzTx/>
              <a:buFontTx/>
              <a:buNone/>
              <a:tabLst/>
              <a:defRPr/>
            </a:pPr>
            <a:endParaRPr kumimoji="0" lang="en-US" sz="1620" b="0" i="0" u="none" strike="noStrike" kern="1200" cap="none" spc="0" normalizeH="0" baseline="0" noProof="0">
              <a:ln>
                <a:noFill/>
              </a:ln>
              <a:solidFill>
                <a:prstClr val="white"/>
              </a:solidFill>
              <a:effectLst/>
              <a:uLnTx/>
              <a:uFillTx/>
              <a:latin typeface="Montserrat Medium"/>
              <a:ea typeface="+mn-ea"/>
              <a:cs typeface="+mn-cs"/>
            </a:endParaRPr>
          </a:p>
        </p:txBody>
      </p:sp>
      <p:sp>
        <p:nvSpPr>
          <p:cNvPr id="107" name="TextBox 106">
            <a:extLst>
              <a:ext uri="{FF2B5EF4-FFF2-40B4-BE49-F238E27FC236}">
                <a16:creationId xmlns:a16="http://schemas.microsoft.com/office/drawing/2014/main" id="{D56C3E94-3A1B-460C-A2A7-1607EF9EC9C5}"/>
              </a:ext>
            </a:extLst>
          </p:cNvPr>
          <p:cNvSpPr txBox="1"/>
          <p:nvPr/>
        </p:nvSpPr>
        <p:spPr>
          <a:xfrm>
            <a:off x="4625191" y="2348456"/>
            <a:ext cx="3017614" cy="477054"/>
          </a:xfrm>
          <a:prstGeom prst="rect">
            <a:avLst/>
          </a:prstGeom>
          <a:noFill/>
        </p:spPr>
        <p:txBody>
          <a:bodyPr wrap="square" lIns="91440" tIns="45720" rIns="91440" bIns="45720" rtlCol="0" anchor="t">
            <a:spAutoFit/>
          </a:bodyPr>
          <a:lstStyle/>
          <a:p>
            <a:pPr lvl="0" algn="ctr"/>
            <a:r>
              <a:rPr lang="en-US" sz="2500" b="1">
                <a:solidFill>
                  <a:srgbClr val="000000">
                    <a:lumMod val="75000"/>
                    <a:lumOff val="25000"/>
                  </a:srgbClr>
                </a:solidFill>
                <a:latin typeface="Montserrat" panose="00000500000000000000" pitchFamily="2" charset="0"/>
                <a:ea typeface="Roboto" panose="020B0604020202020204" charset="0"/>
                <a:cs typeface="Poppins" panose="00000500000000000000" pitchFamily="2" charset="0"/>
              </a:rPr>
              <a:t>Distinction</a:t>
            </a:r>
            <a:endParaRPr lang="en-US" sz="2500" b="1"/>
          </a:p>
        </p:txBody>
      </p:sp>
      <p:sp>
        <p:nvSpPr>
          <p:cNvPr id="58" name="TextBox 57">
            <a:extLst>
              <a:ext uri="{FF2B5EF4-FFF2-40B4-BE49-F238E27FC236}">
                <a16:creationId xmlns:a16="http://schemas.microsoft.com/office/drawing/2014/main" id="{90027EAB-4C72-4DFF-976C-E445AD7D4C3C}"/>
              </a:ext>
            </a:extLst>
          </p:cNvPr>
          <p:cNvSpPr txBox="1"/>
          <p:nvPr/>
        </p:nvSpPr>
        <p:spPr>
          <a:xfrm>
            <a:off x="-1146835" y="3244334"/>
            <a:ext cx="4562901" cy="369332"/>
          </a:xfrm>
          <a:prstGeom prst="rect">
            <a:avLst/>
          </a:prstGeom>
          <a:noFill/>
        </p:spPr>
        <p:txBody>
          <a:bodyPr wrap="square" rtlCol="0">
            <a:spAutoFit/>
          </a:bodyPr>
          <a:lstStyle/>
          <a:p>
            <a:pPr algn="ctr"/>
            <a:r>
              <a:rPr lang="en-US">
                <a:solidFill>
                  <a:srgbClr val="FF440B"/>
                </a:solidFill>
                <a:latin typeface="Poppins" panose="00000500000000000000" pitchFamily="2" charset="0"/>
                <a:cs typeface="Poppins" panose="00000500000000000000" pitchFamily="2" charset="0"/>
              </a:rPr>
              <a:t>Baseline</a:t>
            </a:r>
          </a:p>
        </p:txBody>
      </p:sp>
      <p:pic>
        <p:nvPicPr>
          <p:cNvPr id="2" name="Picture 1" descr="A number in a circle&#10;&#10;Description automatically generated">
            <a:extLst>
              <a:ext uri="{FF2B5EF4-FFF2-40B4-BE49-F238E27FC236}">
                <a16:creationId xmlns:a16="http://schemas.microsoft.com/office/drawing/2014/main" id="{A95BCFFD-128B-FDC0-0145-B17C88CAF259}"/>
              </a:ext>
            </a:extLst>
          </p:cNvPr>
          <p:cNvPicPr>
            <a:picLocks noChangeAspect="1"/>
          </p:cNvPicPr>
          <p:nvPr/>
        </p:nvPicPr>
        <p:blipFill>
          <a:blip r:embed="rId4"/>
          <a:stretch>
            <a:fillRect/>
          </a:stretch>
        </p:blipFill>
        <p:spPr>
          <a:xfrm>
            <a:off x="3736621" y="5246510"/>
            <a:ext cx="711202" cy="711202"/>
          </a:xfrm>
          <a:prstGeom prst="rect">
            <a:avLst/>
          </a:prstGeom>
        </p:spPr>
      </p:pic>
      <p:pic>
        <p:nvPicPr>
          <p:cNvPr id="3" name="Picture 2" descr="A number in a circle&#10;&#10;Description automatically generated">
            <a:extLst>
              <a:ext uri="{FF2B5EF4-FFF2-40B4-BE49-F238E27FC236}">
                <a16:creationId xmlns:a16="http://schemas.microsoft.com/office/drawing/2014/main" id="{C836F96B-E04C-901D-D32E-39E2E22241F9}"/>
              </a:ext>
            </a:extLst>
          </p:cNvPr>
          <p:cNvPicPr>
            <a:picLocks noChangeAspect="1"/>
          </p:cNvPicPr>
          <p:nvPr/>
        </p:nvPicPr>
        <p:blipFill>
          <a:blip r:embed="rId5"/>
          <a:stretch>
            <a:fillRect/>
          </a:stretch>
        </p:blipFill>
        <p:spPr>
          <a:xfrm>
            <a:off x="3736621" y="3957696"/>
            <a:ext cx="682978" cy="711200"/>
          </a:xfrm>
          <a:prstGeom prst="rect">
            <a:avLst/>
          </a:prstGeom>
        </p:spPr>
      </p:pic>
      <p:pic>
        <p:nvPicPr>
          <p:cNvPr id="4" name="Picture 3" descr="A gold star on a black background&#10;&#10;Description automatically generated">
            <a:extLst>
              <a:ext uri="{FF2B5EF4-FFF2-40B4-BE49-F238E27FC236}">
                <a16:creationId xmlns:a16="http://schemas.microsoft.com/office/drawing/2014/main" id="{D9865EE9-8BC0-3A34-BABC-6DAEC59D5B2A}"/>
              </a:ext>
            </a:extLst>
          </p:cNvPr>
          <p:cNvPicPr>
            <a:picLocks noChangeAspect="1"/>
          </p:cNvPicPr>
          <p:nvPr/>
        </p:nvPicPr>
        <p:blipFill>
          <a:blip r:embed="rId6"/>
          <a:stretch>
            <a:fillRect/>
          </a:stretch>
        </p:blipFill>
        <p:spPr>
          <a:xfrm>
            <a:off x="3153363" y="1671695"/>
            <a:ext cx="1764830" cy="1764830"/>
          </a:xfrm>
          <a:prstGeom prst="rect">
            <a:avLst/>
          </a:prstGeom>
        </p:spPr>
      </p:pic>
    </p:spTree>
    <p:extLst>
      <p:ext uri="{BB962C8B-B14F-4D97-AF65-F5344CB8AC3E}">
        <p14:creationId xmlns:p14="http://schemas.microsoft.com/office/powerpoint/2010/main" val="687569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E33AF-1808-E89D-F4D9-BB87D6F01C45}"/>
              </a:ext>
            </a:extLst>
          </p:cNvPr>
          <p:cNvSpPr>
            <a:spLocks noGrp="1"/>
          </p:cNvSpPr>
          <p:nvPr>
            <p:ph idx="1"/>
          </p:nvPr>
        </p:nvSpPr>
        <p:spPr>
          <a:xfrm>
            <a:off x="838200" y="1663032"/>
            <a:ext cx="10515600" cy="4513931"/>
          </a:xfrm>
        </p:spPr>
        <p:txBody>
          <a:bodyPr>
            <a:normAutofit/>
          </a:bodyPr>
          <a:lstStyle/>
          <a:p>
            <a:pPr marL="457200" lvl="1" indent="-457200">
              <a:spcBef>
                <a:spcPts val="1000"/>
              </a:spcBef>
              <a:buFont typeface="+mj-lt"/>
              <a:buAutoNum type="arabicPeriod"/>
            </a:pPr>
            <a:r>
              <a:rPr lang="en-US" dirty="0">
                <a:latin typeface="Poppins" panose="00000500000000000000" pitchFamily="2" charset="0"/>
                <a:cs typeface="Poppins" panose="00000500000000000000" pitchFamily="2" charset="0"/>
              </a:rPr>
              <a:t>Highlight what you/your solution provides that no one else does </a:t>
            </a:r>
          </a:p>
          <a:p>
            <a:pPr marL="971550" lvl="1" indent="-514350">
              <a:buFont typeface="+mj-lt"/>
              <a:buAutoNum type="arabicPeriod"/>
            </a:pPr>
            <a:endParaRPr lang="en-US" dirty="0"/>
          </a:p>
          <a:p>
            <a:endParaRPr lang="en-US" dirty="0"/>
          </a:p>
        </p:txBody>
      </p:sp>
      <p:sp>
        <p:nvSpPr>
          <p:cNvPr id="4" name="TextBox 3">
            <a:extLst>
              <a:ext uri="{FF2B5EF4-FFF2-40B4-BE49-F238E27FC236}">
                <a16:creationId xmlns:a16="http://schemas.microsoft.com/office/drawing/2014/main" id="{C9EED173-6343-CB00-75E6-4A44FC9CC85D}"/>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Distinction</a:t>
            </a:r>
          </a:p>
        </p:txBody>
      </p:sp>
    </p:spTree>
    <p:extLst>
      <p:ext uri="{BB962C8B-B14F-4D97-AF65-F5344CB8AC3E}">
        <p14:creationId xmlns:p14="http://schemas.microsoft.com/office/powerpoint/2010/main" val="4167205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E33AF-1808-E89D-F4D9-BB87D6F01C45}"/>
              </a:ext>
            </a:extLst>
          </p:cNvPr>
          <p:cNvSpPr>
            <a:spLocks noGrp="1"/>
          </p:cNvSpPr>
          <p:nvPr>
            <p:ph idx="1"/>
          </p:nvPr>
        </p:nvSpPr>
        <p:spPr>
          <a:xfrm>
            <a:off x="838200" y="1352884"/>
            <a:ext cx="10515600" cy="4824079"/>
          </a:xfrm>
        </p:spPr>
        <p:txBody>
          <a:bodyPr>
            <a:normAutofit/>
          </a:bodyPr>
          <a:lstStyle/>
          <a:p>
            <a:pPr marL="457200" lvl="1"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Highlight what you/your solution provides that no one else does. </a:t>
            </a:r>
          </a:p>
          <a:p>
            <a:pPr marL="457200" lvl="1" indent="-457200">
              <a:spcBef>
                <a:spcPts val="1000"/>
              </a:spcBef>
              <a:buFont typeface="+mj-lt"/>
              <a:buAutoNum type="arabicPeriod"/>
            </a:pPr>
            <a:r>
              <a:rPr lang="en-US" dirty="0">
                <a:latin typeface="Poppins" panose="00000500000000000000" pitchFamily="2" charset="0"/>
                <a:cs typeface="Poppins" panose="00000500000000000000" pitchFamily="2" charset="0"/>
              </a:rPr>
              <a:t>NOT an Expectation</a:t>
            </a:r>
          </a:p>
          <a:p>
            <a:pPr marL="1371600" lvl="3" indent="-457200">
              <a:spcBef>
                <a:spcPts val="1000"/>
              </a:spcBef>
              <a:buFont typeface="+mj-lt"/>
              <a:buAutoNum type="arabicPeriod"/>
            </a:pPr>
            <a:r>
              <a:rPr lang="en-US" dirty="0">
                <a:latin typeface="Poppins" panose="00000500000000000000" pitchFamily="2" charset="0"/>
                <a:cs typeface="Poppins" panose="00000500000000000000" pitchFamily="2" charset="0"/>
              </a:rPr>
              <a:t>Great customer service </a:t>
            </a:r>
          </a:p>
          <a:p>
            <a:pPr marL="1371600" lvl="3" indent="-457200">
              <a:spcBef>
                <a:spcPts val="1000"/>
              </a:spcBef>
              <a:buFont typeface="+mj-lt"/>
              <a:buAutoNum type="arabicPeriod"/>
            </a:pPr>
            <a:r>
              <a:rPr lang="en-US" dirty="0">
                <a:latin typeface="Poppins" panose="00000500000000000000" pitchFamily="2" charset="0"/>
                <a:cs typeface="Poppins" panose="00000500000000000000" pitchFamily="2" charset="0"/>
              </a:rPr>
              <a:t>On time deliverables</a:t>
            </a:r>
          </a:p>
          <a:p>
            <a:pPr marL="457200" lvl="1" indent="0">
              <a:buNone/>
            </a:pPr>
            <a:endParaRPr lang="en-US" dirty="0"/>
          </a:p>
          <a:p>
            <a:endParaRPr lang="en-US" dirty="0"/>
          </a:p>
        </p:txBody>
      </p:sp>
      <p:pic>
        <p:nvPicPr>
          <p:cNvPr id="6" name="Graphic 5" descr="Badge Cross with solid fill">
            <a:extLst>
              <a:ext uri="{FF2B5EF4-FFF2-40B4-BE49-F238E27FC236}">
                <a16:creationId xmlns:a16="http://schemas.microsoft.com/office/drawing/2014/main" id="{5DD37532-D402-7CAC-DBAA-5EC6796188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0536" y="2219157"/>
            <a:ext cx="389021" cy="389021"/>
          </a:xfrm>
          <a:prstGeom prst="rect">
            <a:avLst/>
          </a:prstGeom>
        </p:spPr>
      </p:pic>
      <p:pic>
        <p:nvPicPr>
          <p:cNvPr id="7" name="Graphic 6" descr="Badge Cross with solid fill">
            <a:extLst>
              <a:ext uri="{FF2B5EF4-FFF2-40B4-BE49-F238E27FC236}">
                <a16:creationId xmlns:a16="http://schemas.microsoft.com/office/drawing/2014/main" id="{11658EE7-4962-EADE-AF68-EF95C0CF45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0977" y="2585270"/>
            <a:ext cx="389021" cy="389021"/>
          </a:xfrm>
          <a:prstGeom prst="rect">
            <a:avLst/>
          </a:prstGeom>
        </p:spPr>
      </p:pic>
      <p:sp>
        <p:nvSpPr>
          <p:cNvPr id="2" name="TextBox 1">
            <a:extLst>
              <a:ext uri="{FF2B5EF4-FFF2-40B4-BE49-F238E27FC236}">
                <a16:creationId xmlns:a16="http://schemas.microsoft.com/office/drawing/2014/main" id="{4A38484C-0FF5-3FFB-8E8D-E58C0EC16333}"/>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Distinction</a:t>
            </a:r>
          </a:p>
        </p:txBody>
      </p:sp>
    </p:spTree>
    <p:extLst>
      <p:ext uri="{BB962C8B-B14F-4D97-AF65-F5344CB8AC3E}">
        <p14:creationId xmlns:p14="http://schemas.microsoft.com/office/powerpoint/2010/main" val="3155287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E33AF-1808-E89D-F4D9-BB87D6F01C45}"/>
              </a:ext>
            </a:extLst>
          </p:cNvPr>
          <p:cNvSpPr>
            <a:spLocks noGrp="1"/>
          </p:cNvSpPr>
          <p:nvPr>
            <p:ph idx="1"/>
          </p:nvPr>
        </p:nvSpPr>
        <p:spPr>
          <a:xfrm>
            <a:off x="838200" y="1352884"/>
            <a:ext cx="10515600" cy="4824079"/>
          </a:xfrm>
        </p:spPr>
        <p:txBody>
          <a:bodyPr>
            <a:normAutofit/>
          </a:bodyPr>
          <a:lstStyle/>
          <a:p>
            <a:pPr marL="457200" lvl="1"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Highlight what you/your solution provides that no one else does. </a:t>
            </a:r>
          </a:p>
          <a:p>
            <a:pPr marL="457200" lvl="1"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NOT an Expectation</a:t>
            </a:r>
          </a:p>
          <a:p>
            <a:pPr marL="1371600" lvl="3"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Great customer service </a:t>
            </a:r>
          </a:p>
          <a:p>
            <a:pPr marL="1371600" lvl="3"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On time deliverables</a:t>
            </a:r>
          </a:p>
          <a:p>
            <a:pPr marL="457200" lvl="1" indent="-457200">
              <a:spcBef>
                <a:spcPts val="1000"/>
              </a:spcBef>
              <a:buFont typeface="+mj-lt"/>
              <a:buAutoNum type="arabicPeriod"/>
            </a:pPr>
            <a:r>
              <a:rPr lang="en-US" dirty="0">
                <a:latin typeface="Poppins" panose="00000500000000000000" pitchFamily="2" charset="0"/>
                <a:cs typeface="Poppins" panose="00000500000000000000" pitchFamily="2" charset="0"/>
              </a:rPr>
              <a:t>Customized for each proposal</a:t>
            </a:r>
          </a:p>
          <a:p>
            <a:pPr marL="457200" lvl="1" indent="0">
              <a:buNone/>
            </a:pPr>
            <a:endParaRPr lang="en-US" dirty="0"/>
          </a:p>
          <a:p>
            <a:endParaRPr lang="en-US" dirty="0"/>
          </a:p>
        </p:txBody>
      </p:sp>
      <p:pic>
        <p:nvPicPr>
          <p:cNvPr id="2" name="Graphic 1" descr="Badge Cross with solid fill">
            <a:extLst>
              <a:ext uri="{FF2B5EF4-FFF2-40B4-BE49-F238E27FC236}">
                <a16:creationId xmlns:a16="http://schemas.microsoft.com/office/drawing/2014/main" id="{0EDA7F6F-9752-4E48-1893-3753672653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0536" y="2219157"/>
            <a:ext cx="389021" cy="389021"/>
          </a:xfrm>
          <a:prstGeom prst="rect">
            <a:avLst/>
          </a:prstGeom>
        </p:spPr>
      </p:pic>
      <p:pic>
        <p:nvPicPr>
          <p:cNvPr id="5" name="Graphic 4" descr="Badge Cross with solid fill">
            <a:extLst>
              <a:ext uri="{FF2B5EF4-FFF2-40B4-BE49-F238E27FC236}">
                <a16:creationId xmlns:a16="http://schemas.microsoft.com/office/drawing/2014/main" id="{43387499-20DA-FC69-1722-C4B96217CB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0977" y="2585270"/>
            <a:ext cx="389021" cy="389021"/>
          </a:xfrm>
          <a:prstGeom prst="rect">
            <a:avLst/>
          </a:prstGeom>
        </p:spPr>
      </p:pic>
      <p:sp>
        <p:nvSpPr>
          <p:cNvPr id="6" name="TextBox 5">
            <a:extLst>
              <a:ext uri="{FF2B5EF4-FFF2-40B4-BE49-F238E27FC236}">
                <a16:creationId xmlns:a16="http://schemas.microsoft.com/office/drawing/2014/main" id="{D4BCEB7E-D6C3-621F-2FED-C5F1C4BA11AC}"/>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Distinction</a:t>
            </a:r>
          </a:p>
        </p:txBody>
      </p:sp>
    </p:spTree>
    <p:extLst>
      <p:ext uri="{BB962C8B-B14F-4D97-AF65-F5344CB8AC3E}">
        <p14:creationId xmlns:p14="http://schemas.microsoft.com/office/powerpoint/2010/main" val="1879484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E33AF-1808-E89D-F4D9-BB87D6F01C45}"/>
              </a:ext>
            </a:extLst>
          </p:cNvPr>
          <p:cNvSpPr>
            <a:spLocks noGrp="1"/>
          </p:cNvSpPr>
          <p:nvPr>
            <p:ph idx="1"/>
          </p:nvPr>
        </p:nvSpPr>
        <p:spPr>
          <a:xfrm>
            <a:off x="838200" y="1352884"/>
            <a:ext cx="10515600" cy="4824079"/>
          </a:xfrm>
        </p:spPr>
        <p:txBody>
          <a:bodyPr>
            <a:normAutofit/>
          </a:bodyPr>
          <a:lstStyle/>
          <a:p>
            <a:pPr marL="457200" lvl="1"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Highlight what you/your solution provides that no one else does. </a:t>
            </a:r>
          </a:p>
          <a:p>
            <a:pPr marL="457200" lvl="1"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NOT an Expectation</a:t>
            </a:r>
          </a:p>
          <a:p>
            <a:pPr marL="1371600" lvl="3"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Great customer service </a:t>
            </a:r>
          </a:p>
          <a:p>
            <a:pPr marL="1371600" lvl="3"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On time deliverables</a:t>
            </a:r>
          </a:p>
          <a:p>
            <a:pPr marL="457200" lvl="1" indent="-457200">
              <a:spcBef>
                <a:spcPts val="1000"/>
              </a:spcBef>
              <a:buFont typeface="+mj-lt"/>
              <a:buAutoNum type="arabicPeriod"/>
            </a:pPr>
            <a:r>
              <a:rPr lang="en-US" dirty="0">
                <a:solidFill>
                  <a:schemeClr val="bg1">
                    <a:lumMod val="75000"/>
                  </a:schemeClr>
                </a:solidFill>
                <a:latin typeface="Poppins" panose="00000500000000000000" pitchFamily="2" charset="0"/>
                <a:cs typeface="Poppins" panose="00000500000000000000" pitchFamily="2" charset="0"/>
              </a:rPr>
              <a:t>Customized for each proposal</a:t>
            </a:r>
          </a:p>
          <a:p>
            <a:pPr marL="457200" lvl="1"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Some ideas:</a:t>
            </a:r>
          </a:p>
          <a:p>
            <a:pPr marL="1371600" lvl="3"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Uniquely personalized service</a:t>
            </a:r>
          </a:p>
          <a:p>
            <a:pPr marL="1371600" lvl="3"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Expert certifications</a:t>
            </a:r>
          </a:p>
          <a:p>
            <a:pPr marL="1371600" lvl="3"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Market authority</a:t>
            </a:r>
          </a:p>
          <a:p>
            <a:pPr marL="1371600" lvl="3"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Quantifiable evidence (99% customer satisfaction rating)</a:t>
            </a:r>
          </a:p>
          <a:p>
            <a:pPr marL="1371600" lvl="3"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Exclusive partnerships </a:t>
            </a:r>
          </a:p>
          <a:p>
            <a:pPr marL="1371600" lvl="3" indent="-457200">
              <a:spcBef>
                <a:spcPts val="1000"/>
              </a:spcBef>
              <a:buFont typeface="+mj-lt"/>
              <a:buAutoNum type="arabicPeriod"/>
            </a:pPr>
            <a:r>
              <a:rPr lang="en-US" dirty="0">
                <a:solidFill>
                  <a:srgbClr val="404040"/>
                </a:solidFill>
                <a:latin typeface="Poppins" panose="00000500000000000000" pitchFamily="2" charset="0"/>
                <a:cs typeface="Poppins" panose="00000500000000000000" pitchFamily="2" charset="0"/>
              </a:rPr>
              <a:t>Proprietary processes / systems</a:t>
            </a:r>
          </a:p>
          <a:p>
            <a:pPr marL="971550" lvl="1" indent="-514350">
              <a:buFont typeface="+mj-lt"/>
              <a:buAutoNum type="arabicPeriod"/>
            </a:pPr>
            <a:endParaRPr lang="en-US" dirty="0"/>
          </a:p>
          <a:p>
            <a:endParaRPr lang="en-US" dirty="0"/>
          </a:p>
        </p:txBody>
      </p:sp>
      <p:pic>
        <p:nvPicPr>
          <p:cNvPr id="6" name="Graphic 5" descr="Badge Cross with solid fill">
            <a:extLst>
              <a:ext uri="{FF2B5EF4-FFF2-40B4-BE49-F238E27FC236}">
                <a16:creationId xmlns:a16="http://schemas.microsoft.com/office/drawing/2014/main" id="{5DD37532-D402-7CAC-DBAA-5EC6796188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0536" y="2219157"/>
            <a:ext cx="389021" cy="389021"/>
          </a:xfrm>
          <a:prstGeom prst="rect">
            <a:avLst/>
          </a:prstGeom>
        </p:spPr>
      </p:pic>
      <p:pic>
        <p:nvPicPr>
          <p:cNvPr id="7" name="Graphic 6" descr="Badge Cross with solid fill">
            <a:extLst>
              <a:ext uri="{FF2B5EF4-FFF2-40B4-BE49-F238E27FC236}">
                <a16:creationId xmlns:a16="http://schemas.microsoft.com/office/drawing/2014/main" id="{11658EE7-4962-EADE-AF68-EF95C0CF45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0977" y="2585270"/>
            <a:ext cx="389021" cy="389021"/>
          </a:xfrm>
          <a:prstGeom prst="rect">
            <a:avLst/>
          </a:prstGeom>
        </p:spPr>
      </p:pic>
      <p:sp>
        <p:nvSpPr>
          <p:cNvPr id="2" name="TextBox 1">
            <a:extLst>
              <a:ext uri="{FF2B5EF4-FFF2-40B4-BE49-F238E27FC236}">
                <a16:creationId xmlns:a16="http://schemas.microsoft.com/office/drawing/2014/main" id="{1ED1CF77-6671-9863-2079-7A76E297B4A6}"/>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Distinction</a:t>
            </a:r>
          </a:p>
        </p:txBody>
      </p:sp>
    </p:spTree>
    <p:extLst>
      <p:ext uri="{BB962C8B-B14F-4D97-AF65-F5344CB8AC3E}">
        <p14:creationId xmlns:p14="http://schemas.microsoft.com/office/powerpoint/2010/main" val="3052791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3FA6F-6733-E025-B896-38A6765773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7339E2-8167-ACDB-3223-02C91EA26ED1}"/>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EC1B76B9-9BAF-F7DB-A055-E5869E93F409}"/>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5C7F1C82-9F08-78AD-A8D6-16F4B12921F5}"/>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1FE83979-CC2B-300C-E7EE-D3A2A37670AD}"/>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startAt="3"/>
            </a:pPr>
            <a:r>
              <a:rPr lang="en-US" sz="2800" dirty="0">
                <a:latin typeface="Kollektif" panose="020B0604020101010102" pitchFamily="34" charset="77"/>
              </a:rPr>
              <a:t>Focusing too much on features vs benefits</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Use a problem-solution-impact approach</a:t>
            </a:r>
          </a:p>
          <a:p>
            <a:pPr marL="514350" indent="-514350">
              <a:lnSpc>
                <a:spcPct val="150000"/>
              </a:lnSpc>
              <a:buFont typeface="+mj-lt"/>
              <a:buAutoNum type="arabicPeriod" startAt="3"/>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3"/>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3"/>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280095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468B-25A7-3069-0F1A-5723418F58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06ACA7-BECD-5B72-4968-99F9C9A21EF6}"/>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Problem/Solution</a:t>
            </a:r>
          </a:p>
        </p:txBody>
      </p:sp>
      <p:sp>
        <p:nvSpPr>
          <p:cNvPr id="10" name="Content Placeholder 9">
            <a:extLst>
              <a:ext uri="{FF2B5EF4-FFF2-40B4-BE49-F238E27FC236}">
                <a16:creationId xmlns:a16="http://schemas.microsoft.com/office/drawing/2014/main" id="{BDBC9A81-F80D-60A8-5E99-67F022EA0B2F}"/>
              </a:ext>
            </a:extLst>
          </p:cNvPr>
          <p:cNvSpPr>
            <a:spLocks noGrp="1"/>
          </p:cNvSpPr>
          <p:nvPr>
            <p:ph idx="1"/>
          </p:nvPr>
        </p:nvSpPr>
        <p:spPr/>
        <p:txBody>
          <a:bodyPr>
            <a:noAutofit/>
          </a:bodyPr>
          <a:lstStyle/>
          <a:p>
            <a:pPr marL="0" indent="0" algn="l">
              <a:spcAft>
                <a:spcPts val="900"/>
              </a:spcAft>
              <a:buNone/>
            </a:pPr>
            <a:r>
              <a:rPr lang="en-US" b="0" i="0" dirty="0">
                <a:solidFill>
                  <a:srgbClr val="000000"/>
                </a:solidFill>
                <a:effectLst/>
                <a:latin typeface="Kollektif" panose="020B0604020101010102"/>
              </a:rPr>
              <a:t>Problem: </a:t>
            </a:r>
          </a:p>
          <a:p>
            <a:pPr lvl="1">
              <a:spcAft>
                <a:spcPts val="900"/>
              </a:spcAft>
            </a:pPr>
            <a:r>
              <a:rPr lang="en-US" b="0" i="0" dirty="0">
                <a:solidFill>
                  <a:srgbClr val="000000"/>
                </a:solidFill>
                <a:effectLst/>
                <a:latin typeface="Kollektif" panose="020B0604020101010102"/>
              </a:rPr>
              <a:t>The client, a mid-sized retail company, is experiencing significant inventory management issues. They face frequent stockouts and overstock situations, leading to lost sales opportunities and increased holding costs. The current manual inventory tracking system is inefficient and prone to errors, resulting in poor decision-making.</a:t>
            </a:r>
          </a:p>
          <a:p>
            <a:endParaRPr lang="en-US" dirty="0">
              <a:latin typeface="Kollektif" panose="020B0604020101010102"/>
            </a:endParaRPr>
          </a:p>
        </p:txBody>
      </p:sp>
    </p:spTree>
    <p:extLst>
      <p:ext uri="{BB962C8B-B14F-4D97-AF65-F5344CB8AC3E}">
        <p14:creationId xmlns:p14="http://schemas.microsoft.com/office/powerpoint/2010/main" val="3642950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B5D54-C461-F0BF-2501-18E2694E10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8240DD-C26F-A262-7249-499397546158}"/>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Problem/Solution</a:t>
            </a:r>
          </a:p>
        </p:txBody>
      </p:sp>
      <p:sp>
        <p:nvSpPr>
          <p:cNvPr id="10" name="Content Placeholder 9">
            <a:extLst>
              <a:ext uri="{FF2B5EF4-FFF2-40B4-BE49-F238E27FC236}">
                <a16:creationId xmlns:a16="http://schemas.microsoft.com/office/drawing/2014/main" id="{FFA56512-F3C2-7B8B-004D-C26DCA4B1849}"/>
              </a:ext>
            </a:extLst>
          </p:cNvPr>
          <p:cNvSpPr>
            <a:spLocks noGrp="1"/>
          </p:cNvSpPr>
          <p:nvPr>
            <p:ph idx="1"/>
          </p:nvPr>
        </p:nvSpPr>
        <p:spPr/>
        <p:txBody>
          <a:bodyPr>
            <a:noAutofit/>
          </a:bodyPr>
          <a:lstStyle/>
          <a:p>
            <a:pPr marL="0" indent="0" algn="l">
              <a:spcAft>
                <a:spcPts val="900"/>
              </a:spcAft>
              <a:buNone/>
            </a:pPr>
            <a:r>
              <a:rPr lang="en-US" b="0" i="0" dirty="0">
                <a:solidFill>
                  <a:srgbClr val="000000"/>
                </a:solidFill>
                <a:effectLst/>
                <a:latin typeface="Kollektif" panose="020B0604020101010102"/>
              </a:rPr>
              <a:t>Proposed Solution:</a:t>
            </a:r>
          </a:p>
          <a:p>
            <a:pPr lvl="1">
              <a:spcAft>
                <a:spcPts val="900"/>
              </a:spcAft>
            </a:pPr>
            <a:r>
              <a:rPr lang="en-US" b="0" i="0" dirty="0">
                <a:solidFill>
                  <a:srgbClr val="000000"/>
                </a:solidFill>
                <a:effectLst/>
                <a:latin typeface="Kollektif" panose="020B0604020101010102"/>
              </a:rPr>
              <a:t>We propose implementing an automated inventory management system that integrates with the client’s existing ERP (Enterprise Resource Planning) software. Our solution includes:</a:t>
            </a:r>
          </a:p>
          <a:p>
            <a:pPr lvl="2">
              <a:spcAft>
                <a:spcPts val="900"/>
              </a:spcAft>
            </a:pPr>
            <a:r>
              <a:rPr lang="en-US" b="0" i="0" dirty="0">
                <a:solidFill>
                  <a:srgbClr val="000000"/>
                </a:solidFill>
                <a:effectLst/>
                <a:latin typeface="Kollektif" panose="020B0604020101010102"/>
              </a:rPr>
              <a:t>Real-time Inventory Tracking: Utilizing RFID technology and IoT sensors to provide real-time data on stock levels.</a:t>
            </a:r>
          </a:p>
          <a:p>
            <a:pPr lvl="2">
              <a:spcAft>
                <a:spcPts val="900"/>
              </a:spcAft>
            </a:pPr>
            <a:r>
              <a:rPr lang="en-US" b="0" i="0" dirty="0">
                <a:solidFill>
                  <a:srgbClr val="000000"/>
                </a:solidFill>
                <a:effectLst/>
                <a:latin typeface="Kollektif" panose="020B0604020101010102"/>
              </a:rPr>
              <a:t>Predictive Analytics: Implementing machine learning algorithms to forecast demand accurately, reducing stockouts and overstock.</a:t>
            </a:r>
          </a:p>
          <a:p>
            <a:pPr lvl="2">
              <a:spcAft>
                <a:spcPts val="900"/>
              </a:spcAft>
            </a:pPr>
            <a:r>
              <a:rPr lang="en-US" b="0" i="0" dirty="0">
                <a:solidFill>
                  <a:srgbClr val="000000"/>
                </a:solidFill>
                <a:effectLst/>
                <a:latin typeface="Kollektif" panose="020B0604020101010102"/>
              </a:rPr>
              <a:t>User Training and Support: Offering comprehensive training for staff to ensure smooth adoption of the new system and ongoing support for troubleshooting.</a:t>
            </a:r>
          </a:p>
          <a:p>
            <a:endParaRPr lang="en-US" dirty="0">
              <a:latin typeface="Kollektif" panose="020B0604020101010102"/>
            </a:endParaRPr>
          </a:p>
        </p:txBody>
      </p:sp>
    </p:spTree>
    <p:extLst>
      <p:ext uri="{BB962C8B-B14F-4D97-AF65-F5344CB8AC3E}">
        <p14:creationId xmlns:p14="http://schemas.microsoft.com/office/powerpoint/2010/main" val="2525573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0EADB-0B60-0CA0-A2F6-CD0695A1ED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FCC3B5-3F2A-84C1-EA0A-551E002A96D4}"/>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Problem/Solution</a:t>
            </a:r>
          </a:p>
        </p:txBody>
      </p:sp>
      <p:sp>
        <p:nvSpPr>
          <p:cNvPr id="10" name="Content Placeholder 9">
            <a:extLst>
              <a:ext uri="{FF2B5EF4-FFF2-40B4-BE49-F238E27FC236}">
                <a16:creationId xmlns:a16="http://schemas.microsoft.com/office/drawing/2014/main" id="{DF67642E-2F57-2AD8-0A43-8C706CC142E8}"/>
              </a:ext>
            </a:extLst>
          </p:cNvPr>
          <p:cNvSpPr>
            <a:spLocks noGrp="1"/>
          </p:cNvSpPr>
          <p:nvPr>
            <p:ph idx="1"/>
          </p:nvPr>
        </p:nvSpPr>
        <p:spPr/>
        <p:txBody>
          <a:bodyPr>
            <a:noAutofit/>
          </a:bodyPr>
          <a:lstStyle/>
          <a:p>
            <a:pPr marL="0" indent="0" algn="l">
              <a:spcAft>
                <a:spcPts val="900"/>
              </a:spcAft>
              <a:buNone/>
            </a:pPr>
            <a:r>
              <a:rPr lang="en-US" b="0" i="0" dirty="0">
                <a:solidFill>
                  <a:srgbClr val="000000"/>
                </a:solidFill>
                <a:effectLst/>
                <a:latin typeface="Kollektif" panose="020B0604020101010102"/>
              </a:rPr>
              <a:t>Impact</a:t>
            </a:r>
          </a:p>
          <a:p>
            <a:pPr lvl="1">
              <a:spcAft>
                <a:spcPts val="900"/>
              </a:spcAft>
            </a:pPr>
            <a:r>
              <a:rPr lang="en-US" b="0" i="0" dirty="0">
                <a:solidFill>
                  <a:srgbClr val="000000"/>
                </a:solidFill>
                <a:effectLst/>
                <a:latin typeface="Kollektif" panose="020B0604020101010102"/>
              </a:rPr>
              <a:t>By adopting our automated inventory management system, we anticipate the following impacts:</a:t>
            </a:r>
          </a:p>
          <a:p>
            <a:pPr lvl="2">
              <a:spcAft>
                <a:spcPts val="900"/>
              </a:spcAft>
            </a:pPr>
            <a:r>
              <a:rPr lang="en-US" b="0" i="0" dirty="0">
                <a:solidFill>
                  <a:srgbClr val="000000"/>
                </a:solidFill>
                <a:effectLst/>
                <a:latin typeface="Kollektif" panose="020B0604020101010102"/>
              </a:rPr>
              <a:t>Increased Sales: A projected 20% increase in sales due to reduced stockouts, allowing customers to purchase desired products without delays.</a:t>
            </a:r>
          </a:p>
          <a:p>
            <a:pPr lvl="2">
              <a:spcAft>
                <a:spcPts val="900"/>
              </a:spcAft>
            </a:pPr>
            <a:r>
              <a:rPr lang="en-US" b="0" i="0" dirty="0">
                <a:solidFill>
                  <a:srgbClr val="000000"/>
                </a:solidFill>
                <a:effectLst/>
                <a:latin typeface="Kollektif" panose="020B0604020101010102"/>
              </a:rPr>
              <a:t>Cost Savings: An estimated 15% reduction in holding costs by minimizing excess inventory and improving turnover rates.</a:t>
            </a:r>
          </a:p>
          <a:p>
            <a:pPr lvl="2">
              <a:spcAft>
                <a:spcPts val="900"/>
              </a:spcAft>
            </a:pPr>
            <a:r>
              <a:rPr lang="en-US" b="0" i="0" dirty="0">
                <a:solidFill>
                  <a:srgbClr val="000000"/>
                </a:solidFill>
                <a:effectLst/>
                <a:latin typeface="Kollektif" panose="020B0604020101010102"/>
              </a:rPr>
              <a:t>Enhanced Decision-Making: Improved data accuracy and analytics will empower the client’s management team to make informed decisions regarding inventory purchases and stock levels.</a:t>
            </a:r>
          </a:p>
        </p:txBody>
      </p:sp>
    </p:spTree>
    <p:extLst>
      <p:ext uri="{BB962C8B-B14F-4D97-AF65-F5344CB8AC3E}">
        <p14:creationId xmlns:p14="http://schemas.microsoft.com/office/powerpoint/2010/main" val="56038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33AF-B831-8556-BAD2-1F544278C4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FCF584-F214-ED9E-48FB-F7DEBA9FFB28}"/>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68113B2E-F385-7B9C-FE0D-BA9BFA979A2C}"/>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F68E39BF-F760-C383-8914-0C0E1C052875}"/>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A3C076E4-6FA9-842E-12C6-9848D0719A8F}"/>
              </a:ext>
            </a:extLst>
          </p:cNvPr>
          <p:cNvSpPr txBox="1"/>
          <p:nvPr/>
        </p:nvSpPr>
        <p:spPr>
          <a:xfrm>
            <a:off x="1009522" y="1435243"/>
            <a:ext cx="9342792" cy="5191757"/>
          </a:xfrm>
          <a:prstGeom prst="rect">
            <a:avLst/>
          </a:prstGeom>
          <a:noFill/>
        </p:spPr>
        <p:txBody>
          <a:bodyPr wrap="square" rtlCol="0">
            <a:normAutofit/>
          </a:bodyPr>
          <a:lstStyle/>
          <a:p>
            <a:pPr marL="514350" indent="-514350">
              <a:lnSpc>
                <a:spcPct val="150000"/>
              </a:lnSpc>
              <a:buFont typeface="+mj-lt"/>
              <a:buAutoNum type="arabicPeriod" startAt="4"/>
            </a:pPr>
            <a:r>
              <a:rPr lang="en-US" sz="2800" dirty="0">
                <a:latin typeface="Kollektif" panose="020B0604020101010102" pitchFamily="34" charset="77"/>
              </a:rPr>
              <a:t>Pricing too high or too low without justification</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Research, research, research</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Know your value proposition</a:t>
            </a: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188860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D9323-3791-CA12-AD4B-35DAE4C9E1DB}"/>
            </a:ext>
          </a:extLst>
        </p:cNvPr>
        <p:cNvGrpSpPr/>
        <p:nvPr/>
      </p:nvGrpSpPr>
      <p:grpSpPr>
        <a:xfrm>
          <a:off x="0" y="0"/>
          <a:ext cx="0" cy="0"/>
          <a:chOff x="0" y="0"/>
          <a:chExt cx="0" cy="0"/>
        </a:xfrm>
      </p:grpSpPr>
      <p:pic>
        <p:nvPicPr>
          <p:cNvPr id="7" name="Picture 6" descr="A picture containing text&#10;&#10;Description automatically generated">
            <a:extLst>
              <a:ext uri="{FF2B5EF4-FFF2-40B4-BE49-F238E27FC236}">
                <a16:creationId xmlns:a16="http://schemas.microsoft.com/office/drawing/2014/main" id="{CF64A331-E696-4461-0FF1-57E01559B486}"/>
              </a:ext>
            </a:extLst>
          </p:cNvPr>
          <p:cNvPicPr>
            <a:picLocks noChangeAspect="1"/>
          </p:cNvPicPr>
          <p:nvPr/>
        </p:nvPicPr>
        <p:blipFill>
          <a:blip r:embed="rId3"/>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7827818E-95EE-7AB5-472F-04A6D0F8FF46}"/>
              </a:ext>
            </a:extLst>
          </p:cNvPr>
          <p:cNvSpPr txBox="1"/>
          <p:nvPr/>
        </p:nvSpPr>
        <p:spPr>
          <a:xfrm>
            <a:off x="1009522" y="1435243"/>
            <a:ext cx="9342792" cy="5191757"/>
          </a:xfrm>
          <a:prstGeom prst="rect">
            <a:avLst/>
          </a:prstGeom>
          <a:noFill/>
        </p:spPr>
        <p:txBody>
          <a:bodyPr wrap="square" rtlCol="0">
            <a:normAutofit fontScale="92500" lnSpcReduction="20000"/>
          </a:bodyPr>
          <a:lstStyle/>
          <a:p>
            <a:pPr>
              <a:lnSpc>
                <a:spcPct val="150000"/>
              </a:lnSpc>
            </a:pPr>
            <a:r>
              <a:rPr lang="en-US" sz="2800" dirty="0">
                <a:latin typeface="Kollektif" panose="020B0604020101010102" pitchFamily="34" charset="77"/>
              </a:rPr>
              <a:t>Key elements of a Value proposition</a:t>
            </a:r>
          </a:p>
          <a:p>
            <a:pPr marL="514350" indent="-514350" algn="l">
              <a:buFont typeface="+mj-lt"/>
              <a:buAutoNum type="arabicPeriod"/>
            </a:pPr>
            <a:r>
              <a:rPr lang="en-US" sz="2800" b="1" i="0" dirty="0">
                <a:solidFill>
                  <a:srgbClr val="000000"/>
                </a:solidFill>
                <a:effectLst/>
                <a:latin typeface="Kollektif" panose="020B0604020101010102"/>
              </a:rPr>
              <a:t>Target Audience</a:t>
            </a:r>
            <a:r>
              <a:rPr lang="en-US" sz="2800" b="0" i="0" dirty="0">
                <a:solidFill>
                  <a:srgbClr val="000000"/>
                </a:solidFill>
                <a:effectLst/>
                <a:latin typeface="Kollektif" panose="020B0604020101010102"/>
              </a:rPr>
              <a:t>: Identifies the specific group of customers that the product or service is designed for.</a:t>
            </a:r>
          </a:p>
          <a:p>
            <a:pPr marL="514350" indent="-514350" algn="l">
              <a:buFont typeface="+mj-lt"/>
              <a:buAutoNum type="arabicPeriod"/>
            </a:pPr>
            <a:r>
              <a:rPr lang="en-US" sz="2800" b="1" i="0" dirty="0">
                <a:solidFill>
                  <a:srgbClr val="000000"/>
                </a:solidFill>
                <a:effectLst/>
                <a:latin typeface="Kollektif" panose="020B0604020101010102"/>
              </a:rPr>
              <a:t>Problem Statement</a:t>
            </a:r>
            <a:r>
              <a:rPr lang="en-US" sz="2800" b="0" i="0" dirty="0">
                <a:solidFill>
                  <a:srgbClr val="000000"/>
                </a:solidFill>
                <a:effectLst/>
                <a:latin typeface="Kollektif" panose="020B0604020101010102"/>
              </a:rPr>
              <a:t>: Clearly defines the problem or need that the target audience faces.</a:t>
            </a:r>
          </a:p>
          <a:p>
            <a:pPr marL="514350" indent="-514350" algn="l">
              <a:buFont typeface="+mj-lt"/>
              <a:buAutoNum type="arabicPeriod"/>
            </a:pPr>
            <a:r>
              <a:rPr lang="en-US" sz="2800" b="1" i="0" dirty="0">
                <a:solidFill>
                  <a:srgbClr val="000000"/>
                </a:solidFill>
                <a:effectLst/>
                <a:latin typeface="Kollektif" panose="020B0604020101010102"/>
              </a:rPr>
              <a:t>Solution</a:t>
            </a:r>
            <a:r>
              <a:rPr lang="en-US" sz="2800" b="0" i="0" dirty="0">
                <a:solidFill>
                  <a:srgbClr val="000000"/>
                </a:solidFill>
                <a:effectLst/>
                <a:latin typeface="Kollektif" panose="020B0604020101010102"/>
              </a:rPr>
              <a:t>: Describes how the product or service addresses the identified problem and meets the customer's needs.</a:t>
            </a:r>
          </a:p>
          <a:p>
            <a:pPr marL="514350" indent="-514350" algn="l">
              <a:buFont typeface="+mj-lt"/>
              <a:buAutoNum type="arabicPeriod"/>
            </a:pPr>
            <a:r>
              <a:rPr lang="en-US" sz="2800" b="1" i="0" dirty="0">
                <a:solidFill>
                  <a:srgbClr val="000000"/>
                </a:solidFill>
                <a:effectLst/>
                <a:latin typeface="Kollektif" panose="020B0604020101010102"/>
              </a:rPr>
              <a:t>Benefits</a:t>
            </a:r>
            <a:r>
              <a:rPr lang="en-US" sz="2800" b="0" i="0" dirty="0">
                <a:solidFill>
                  <a:srgbClr val="000000"/>
                </a:solidFill>
                <a:effectLst/>
                <a:latin typeface="Kollektif" panose="020B0604020101010102"/>
              </a:rPr>
              <a:t>: Highlights the specific advantages or improvements that the customer will experience by using the product or service, such as increased efficiency, cost savings, enhanced quality, or improved experience.</a:t>
            </a:r>
          </a:p>
          <a:p>
            <a:pPr marL="514350" indent="-514350" algn="l">
              <a:buFont typeface="+mj-lt"/>
              <a:buAutoNum type="arabicPeriod"/>
            </a:pPr>
            <a:r>
              <a:rPr lang="en-US" sz="2800" b="1" i="0" dirty="0">
                <a:solidFill>
                  <a:srgbClr val="000000"/>
                </a:solidFill>
                <a:effectLst/>
                <a:latin typeface="Kollektif" panose="020B0604020101010102"/>
              </a:rPr>
              <a:t>Differentiation</a:t>
            </a:r>
            <a:r>
              <a:rPr lang="en-US" sz="2800" b="0" i="0" dirty="0">
                <a:solidFill>
                  <a:srgbClr val="000000"/>
                </a:solidFill>
                <a:effectLst/>
                <a:latin typeface="Kollektif" panose="020B0604020101010102"/>
              </a:rPr>
              <a:t>: Explains what makes the product or service unique compared to competitors, emphasizing features, quality, pricing, or other factors that set it apart.</a:t>
            </a:r>
          </a:p>
          <a:p>
            <a:pPr>
              <a:lnSpc>
                <a:spcPct val="150000"/>
              </a:lnSpc>
            </a:pPr>
            <a:endParaRPr lang="en-US" sz="2800" dirty="0">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p:txBody>
      </p:sp>
      <p:sp>
        <p:nvSpPr>
          <p:cNvPr id="4" name="TextBox 3">
            <a:extLst>
              <a:ext uri="{FF2B5EF4-FFF2-40B4-BE49-F238E27FC236}">
                <a16:creationId xmlns:a16="http://schemas.microsoft.com/office/drawing/2014/main" id="{8E92B31F-F704-16B9-0570-E229E7A44199}"/>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Value Proposition</a:t>
            </a:r>
          </a:p>
        </p:txBody>
      </p:sp>
    </p:spTree>
    <p:extLst>
      <p:ext uri="{BB962C8B-B14F-4D97-AF65-F5344CB8AC3E}">
        <p14:creationId xmlns:p14="http://schemas.microsoft.com/office/powerpoint/2010/main" val="2290005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5095E-42C9-7A85-5061-D69C1F934457}"/>
            </a:ext>
          </a:extLst>
        </p:cNvPr>
        <p:cNvGrpSpPr/>
        <p:nvPr/>
      </p:nvGrpSpPr>
      <p:grpSpPr>
        <a:xfrm>
          <a:off x="0" y="0"/>
          <a:ext cx="0" cy="0"/>
          <a:chOff x="0" y="0"/>
          <a:chExt cx="0" cy="0"/>
        </a:xfrm>
      </p:grpSpPr>
      <p:pic>
        <p:nvPicPr>
          <p:cNvPr id="7" name="Picture 6" descr="A picture containing text&#10;&#10;Description automatically generated">
            <a:extLst>
              <a:ext uri="{FF2B5EF4-FFF2-40B4-BE49-F238E27FC236}">
                <a16:creationId xmlns:a16="http://schemas.microsoft.com/office/drawing/2014/main" id="{BD1380D6-101C-F791-DEB1-8FA39E762ED4}"/>
              </a:ext>
            </a:extLst>
          </p:cNvPr>
          <p:cNvPicPr>
            <a:picLocks noChangeAspect="1"/>
          </p:cNvPicPr>
          <p:nvPr/>
        </p:nvPicPr>
        <p:blipFill>
          <a:blip r:embed="rId3"/>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5FA0D999-2567-A025-F28D-4FDD16BBF3B3}"/>
              </a:ext>
            </a:extLst>
          </p:cNvPr>
          <p:cNvSpPr txBox="1"/>
          <p:nvPr/>
        </p:nvSpPr>
        <p:spPr>
          <a:xfrm>
            <a:off x="1009522" y="1435243"/>
            <a:ext cx="9342792" cy="5191757"/>
          </a:xfrm>
          <a:prstGeom prst="rect">
            <a:avLst/>
          </a:prstGeom>
          <a:noFill/>
        </p:spPr>
        <p:txBody>
          <a:bodyPr wrap="square" rtlCol="0">
            <a:normAutofit fontScale="92500" lnSpcReduction="10000"/>
          </a:bodyPr>
          <a:lstStyle/>
          <a:p>
            <a:pPr>
              <a:lnSpc>
                <a:spcPct val="150000"/>
              </a:lnSpc>
            </a:pPr>
            <a:r>
              <a:rPr lang="en-US" sz="2800" dirty="0">
                <a:latin typeface="Kollektif" panose="020B0604020101010102" pitchFamily="34" charset="77"/>
              </a:rPr>
              <a:t>Value proposition example: </a:t>
            </a:r>
          </a:p>
          <a:p>
            <a:pPr>
              <a:lnSpc>
                <a:spcPct val="150000"/>
              </a:lnSpc>
            </a:pPr>
            <a:endParaRPr lang="en-US" sz="2800" dirty="0">
              <a:latin typeface="Kollektif" panose="020B0604020101010102" pitchFamily="34" charset="77"/>
            </a:endParaRPr>
          </a:p>
          <a:p>
            <a:pPr>
              <a:lnSpc>
                <a:spcPct val="150000"/>
              </a:lnSpc>
            </a:pPr>
            <a:r>
              <a:rPr lang="en-US" sz="2800" b="0" i="0" dirty="0">
                <a:solidFill>
                  <a:srgbClr val="000000"/>
                </a:solidFill>
                <a:effectLst/>
                <a:latin typeface="DM Sans" pitchFamily="2" charset="0"/>
              </a:rPr>
              <a:t>Sweet Escape Ice Cream is not just about serving ice cream; we aim to create a memorable experience that adds joy to travel. By offering high-quality products, exceptional service, and a commitment to sustainability, we will enhance the airport's concession offerings and delight passengers with every scoop. Together, we can make travel sweeter!</a:t>
            </a:r>
            <a:endParaRPr lang="en-US" sz="2800" dirty="0">
              <a:latin typeface="Kollektif" panose="020B0604020101010102" pitchFamily="34" charset="77"/>
            </a:endParaRPr>
          </a:p>
          <a:p>
            <a:pPr>
              <a:lnSpc>
                <a:spcPct val="150000"/>
              </a:lnSpc>
            </a:pPr>
            <a:endParaRPr lang="en-US" sz="2800" dirty="0">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4"/>
            </a:pPr>
            <a:endParaRPr lang="en-US" sz="2800" dirty="0">
              <a:solidFill>
                <a:srgbClr val="444444"/>
              </a:solidFill>
              <a:latin typeface="Kollektif" panose="020B0604020101010102" pitchFamily="34" charset="77"/>
            </a:endParaRPr>
          </a:p>
        </p:txBody>
      </p:sp>
      <p:sp>
        <p:nvSpPr>
          <p:cNvPr id="4" name="TextBox 3">
            <a:extLst>
              <a:ext uri="{FF2B5EF4-FFF2-40B4-BE49-F238E27FC236}">
                <a16:creationId xmlns:a16="http://schemas.microsoft.com/office/drawing/2014/main" id="{4FC108F3-84CD-AABA-8E28-0AB961D5CB3D}"/>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Value Proposition</a:t>
            </a:r>
          </a:p>
        </p:txBody>
      </p:sp>
    </p:spTree>
    <p:extLst>
      <p:ext uri="{BB962C8B-B14F-4D97-AF65-F5344CB8AC3E}">
        <p14:creationId xmlns:p14="http://schemas.microsoft.com/office/powerpoint/2010/main" val="404903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349FC-EF0C-AC31-553B-8DF3C66B7E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1F7BFB-2295-D772-5FD5-5540314809A8}"/>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6BF4F331-F1DD-2007-5F1A-9815FF893EA9}"/>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CB3849CA-90C5-E8BA-1DDB-E5ABC9AE4EC9}"/>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D8FD9CFC-FEB6-9E9F-AC0D-B6E9F0A91941}"/>
              </a:ext>
            </a:extLst>
          </p:cNvPr>
          <p:cNvSpPr txBox="1"/>
          <p:nvPr/>
        </p:nvSpPr>
        <p:spPr>
          <a:xfrm>
            <a:off x="1009522" y="1435243"/>
            <a:ext cx="9342792" cy="5191757"/>
          </a:xfrm>
          <a:prstGeom prst="rect">
            <a:avLst/>
          </a:prstGeom>
          <a:noFill/>
        </p:spPr>
        <p:txBody>
          <a:bodyPr wrap="square" rtlCol="0">
            <a:normAutofit/>
          </a:bodyPr>
          <a:lstStyle/>
          <a:p>
            <a:pPr marL="514350" indent="-514350" algn="l">
              <a:spcAft>
                <a:spcPts val="900"/>
              </a:spcAft>
              <a:buFont typeface="+mj-lt"/>
              <a:buAutoNum type="arabicPeriod" startAt="5"/>
            </a:pPr>
            <a:r>
              <a:rPr lang="en-US" sz="2800" dirty="0">
                <a:latin typeface="Kollektif" panose="020B0604020101010102" pitchFamily="34" charset="77"/>
              </a:rPr>
              <a:t>Not answering the questions appropriately</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Not answering the question as it was asked</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Not answering all parts of the question</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Focusing too much on you vs the solution you provide</a:t>
            </a:r>
          </a:p>
          <a:p>
            <a:pPr marL="514350" indent="-514350">
              <a:lnSpc>
                <a:spcPct val="150000"/>
              </a:lnSpc>
              <a:buFont typeface="+mj-lt"/>
              <a:buAutoNum type="arabicPeriod" startAt="5"/>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5"/>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5"/>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2749634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Pentagon 1">
            <a:extLst>
              <a:ext uri="{FF2B5EF4-FFF2-40B4-BE49-F238E27FC236}">
                <a16:creationId xmlns:a16="http://schemas.microsoft.com/office/drawing/2014/main" id="{8C63310A-19C5-B1E0-1ECA-014714F7285D}"/>
              </a:ext>
            </a:extLst>
          </p:cNvPr>
          <p:cNvSpPr/>
          <p:nvPr/>
        </p:nvSpPr>
        <p:spPr>
          <a:xfrm>
            <a:off x="-8053" y="175549"/>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solidFill>
                  <a:schemeClr val="bg1"/>
                </a:solidFill>
                <a:latin typeface="Bebas Neue" panose="020B0606020202050201" pitchFamily="34" charset="77"/>
              </a:rPr>
              <a:t>EXAMPLE:</a:t>
            </a:r>
          </a:p>
          <a:p>
            <a:pPr algn="ctr"/>
            <a:r>
              <a:rPr lang="en-US" sz="3000">
                <a:solidFill>
                  <a:schemeClr val="bg1"/>
                </a:solidFill>
                <a:latin typeface="Bebas Neue" panose="020B0606020202050201" pitchFamily="34" charset="77"/>
              </a:rPr>
              <a:t>ANSWER THE QUESTION</a:t>
            </a:r>
          </a:p>
        </p:txBody>
      </p:sp>
      <p:sp>
        <p:nvSpPr>
          <p:cNvPr id="2" name="Content Placeholder 3">
            <a:extLst>
              <a:ext uri="{FF2B5EF4-FFF2-40B4-BE49-F238E27FC236}">
                <a16:creationId xmlns:a16="http://schemas.microsoft.com/office/drawing/2014/main" id="{74BE6A4A-A087-20F0-0262-C7BA88842129}"/>
              </a:ext>
            </a:extLst>
          </p:cNvPr>
          <p:cNvSpPr txBox="1">
            <a:spLocks/>
          </p:cNvSpPr>
          <p:nvPr/>
        </p:nvSpPr>
        <p:spPr>
          <a:xfrm>
            <a:off x="6096000" y="1489334"/>
            <a:ext cx="5262942" cy="3914717"/>
          </a:xfrm>
          <a:prstGeom prst="rect">
            <a:avLst/>
          </a:prstGeom>
        </p:spPr>
        <p:txBody>
          <a:bodyPr vert="horz">
            <a:normAutofit/>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2800" b="1" dirty="0">
                <a:solidFill>
                  <a:srgbClr val="000000">
                    <a:lumMod val="75000"/>
                    <a:lumOff val="25000"/>
                  </a:srgbClr>
                </a:solidFill>
                <a:latin typeface="Poppins" panose="00000500000000000000" pitchFamily="2" charset="0"/>
                <a:cs typeface="Poppins" panose="00000500000000000000" pitchFamily="2" charset="0"/>
              </a:rPr>
              <a:t>Does your firm have international capabilities? Describe. </a:t>
            </a:r>
          </a:p>
          <a:p>
            <a:endParaRPr lang="en-US" sz="1900" dirty="0">
              <a:solidFill>
                <a:srgbClr val="1D1C1D"/>
              </a:solidFill>
              <a:latin typeface="Slack-Lato"/>
            </a:endParaRPr>
          </a:p>
          <a:p>
            <a:r>
              <a:rPr lang="en-US" sz="2800" dirty="0">
                <a:solidFill>
                  <a:srgbClr val="000000">
                    <a:lumMod val="75000"/>
                    <a:lumOff val="25000"/>
                  </a:srgbClr>
                </a:solidFill>
                <a:latin typeface="Poppins" panose="00000500000000000000" pitchFamily="2" charset="0"/>
                <a:cs typeface="Poppins" panose="00000500000000000000" pitchFamily="2" charset="0"/>
              </a:rPr>
              <a:t>Criminal background searches are available in all available international countries.</a:t>
            </a:r>
          </a:p>
          <a:p>
            <a:endParaRPr lang="en-US" sz="2000" kern="0" dirty="0"/>
          </a:p>
          <a:p>
            <a:pPr>
              <a:lnSpc>
                <a:spcPct val="150000"/>
              </a:lnSpc>
            </a:pPr>
            <a:endParaRPr lang="en-US" sz="2200" kern="0" dirty="0">
              <a:solidFill>
                <a:srgbClr val="FF440B"/>
              </a:solidFill>
            </a:endParaRPr>
          </a:p>
          <a:p>
            <a:pPr marL="228600" indent="-228600">
              <a:lnSpc>
                <a:spcPct val="150000"/>
              </a:lnSpc>
              <a:buFont typeface="+mj-lt"/>
              <a:buAutoNum type="arabicPeriod"/>
            </a:pPr>
            <a:endParaRPr lang="en-US" sz="2200" kern="0" dirty="0"/>
          </a:p>
          <a:p>
            <a:endParaRPr lang="en-US" sz="2800" kern="0" dirty="0"/>
          </a:p>
          <a:p>
            <a:pPr marL="342900" indent="-342900">
              <a:buFont typeface="Wingdings" panose="05000000000000000000" pitchFamily="2" charset="2"/>
              <a:buChar char="v"/>
            </a:pPr>
            <a:endParaRPr lang="en-US" sz="2400" kern="0" dirty="0"/>
          </a:p>
          <a:p>
            <a:endParaRPr lang="en-US" sz="2400" kern="0" dirty="0"/>
          </a:p>
          <a:p>
            <a:pPr marL="514350" indent="-514350">
              <a:lnSpc>
                <a:spcPct val="150000"/>
              </a:lnSpc>
              <a:buFont typeface="+mj-lt"/>
              <a:buAutoNum type="romanUcPeriod"/>
            </a:pPr>
            <a:endParaRPr lang="en-US" sz="2000" kern="0" dirty="0"/>
          </a:p>
        </p:txBody>
      </p:sp>
      <p:pic>
        <p:nvPicPr>
          <p:cNvPr id="6" name="Graphic 5" descr="No sign with solid fill">
            <a:extLst>
              <a:ext uri="{FF2B5EF4-FFF2-40B4-BE49-F238E27FC236}">
                <a16:creationId xmlns:a16="http://schemas.microsoft.com/office/drawing/2014/main" id="{F2111836-7D96-2E9C-A254-34B51702C2D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10468" y="1468068"/>
            <a:ext cx="914400" cy="914400"/>
          </a:xfrm>
          <a:prstGeom prst="rect">
            <a:avLst/>
          </a:prstGeom>
        </p:spPr>
      </p:pic>
    </p:spTree>
    <p:extLst>
      <p:ext uri="{BB962C8B-B14F-4D97-AF65-F5344CB8AC3E}">
        <p14:creationId xmlns:p14="http://schemas.microsoft.com/office/powerpoint/2010/main" val="1774469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958E-5A63-D947-9AD2-9E17F40F422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6B28D24-6731-F861-54FB-067AEE475ABE}"/>
              </a:ext>
            </a:extLst>
          </p:cNvPr>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3494D1B9-2F25-D6D7-3992-2604AC1E32E7}"/>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a:extLst>
              <a:ext uri="{FF2B5EF4-FFF2-40B4-BE49-F238E27FC236}">
                <a16:creationId xmlns:a16="http://schemas.microsoft.com/office/drawing/2014/main" id="{9C1685FD-0E2F-E3BC-4B09-D38F698BB1D5}"/>
              </a:ext>
            </a:extLst>
          </p:cNvPr>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3C741DAF-A960-9B19-8931-19D68B3A3960}"/>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251DB450-CAB3-12BE-564E-E703DD7FAED4}"/>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BD359511-4BB4-A486-D001-890800CDFD0C}"/>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6CE73069-8BE3-131D-5394-9FC8ED1DF17F}"/>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668EE71C-34E2-E854-B23B-0C07C8AEE6B6}"/>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40C92F82-D78A-A942-D2CF-BA55E06A5D54}"/>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97B63F6-95A8-8587-31A3-1D8A5C66B7AA}"/>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DAE15A96-9B29-B451-CAFB-95B3FD791C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7B07855A-D726-55DF-A900-80E3CD3A724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Pentagon 1">
            <a:extLst>
              <a:ext uri="{FF2B5EF4-FFF2-40B4-BE49-F238E27FC236}">
                <a16:creationId xmlns:a16="http://schemas.microsoft.com/office/drawing/2014/main" id="{3EB75F83-E425-BDA9-6FA9-13E42B03F96E}"/>
              </a:ext>
            </a:extLst>
          </p:cNvPr>
          <p:cNvSpPr/>
          <p:nvPr/>
        </p:nvSpPr>
        <p:spPr>
          <a:xfrm>
            <a:off x="-8053" y="175549"/>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solidFill>
                  <a:schemeClr val="bg1"/>
                </a:solidFill>
                <a:latin typeface="Bebas Neue" panose="020B0606020202050201" pitchFamily="34" charset="77"/>
              </a:rPr>
              <a:t>EXAMPLE:</a:t>
            </a:r>
          </a:p>
          <a:p>
            <a:pPr algn="ctr"/>
            <a:r>
              <a:rPr lang="en-US" sz="3000">
                <a:solidFill>
                  <a:schemeClr val="bg1"/>
                </a:solidFill>
                <a:latin typeface="Bebas Neue" panose="020B0606020202050201" pitchFamily="34" charset="77"/>
              </a:rPr>
              <a:t>ANSWER THE QUESTION</a:t>
            </a:r>
          </a:p>
        </p:txBody>
      </p:sp>
      <p:sp>
        <p:nvSpPr>
          <p:cNvPr id="2" name="Content Placeholder 3">
            <a:extLst>
              <a:ext uri="{FF2B5EF4-FFF2-40B4-BE49-F238E27FC236}">
                <a16:creationId xmlns:a16="http://schemas.microsoft.com/office/drawing/2014/main" id="{F1F08D19-A945-D3CE-AE23-EAEE59E9B366}"/>
              </a:ext>
            </a:extLst>
          </p:cNvPr>
          <p:cNvSpPr txBox="1">
            <a:spLocks/>
          </p:cNvSpPr>
          <p:nvPr/>
        </p:nvSpPr>
        <p:spPr>
          <a:xfrm>
            <a:off x="6096000" y="1489334"/>
            <a:ext cx="5262942" cy="3914717"/>
          </a:xfrm>
          <a:prstGeom prst="rect">
            <a:avLst/>
          </a:prstGeom>
        </p:spPr>
        <p:txBody>
          <a:bodyPr vert="horz">
            <a:normAutofit fontScale="85000" lnSpcReduction="2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2800" b="1">
                <a:solidFill>
                  <a:srgbClr val="000000">
                    <a:lumMod val="75000"/>
                    <a:lumOff val="25000"/>
                  </a:srgbClr>
                </a:solidFill>
                <a:latin typeface="Poppins" panose="00000500000000000000" pitchFamily="2" charset="0"/>
                <a:cs typeface="Poppins" panose="00000500000000000000" pitchFamily="2" charset="0"/>
              </a:rPr>
              <a:t>Does your firm have international capabilities? Describe. </a:t>
            </a:r>
          </a:p>
          <a:p>
            <a:endParaRPr lang="en-US" sz="1900">
              <a:solidFill>
                <a:srgbClr val="1D1C1D"/>
              </a:solidFill>
              <a:latin typeface="Slack-Lato"/>
            </a:endParaRPr>
          </a:p>
          <a:p>
            <a:r>
              <a:rPr lang="en-US" sz="2800">
                <a:solidFill>
                  <a:srgbClr val="000000">
                    <a:lumMod val="75000"/>
                    <a:lumOff val="25000"/>
                  </a:srgbClr>
                </a:solidFill>
                <a:latin typeface="Poppins" panose="00000500000000000000" pitchFamily="2" charset="0"/>
                <a:cs typeface="Poppins" panose="00000500000000000000" pitchFamily="2" charset="0"/>
              </a:rPr>
              <a:t>Criminal background searches are available in all available international countries.</a:t>
            </a:r>
          </a:p>
          <a:p>
            <a:endParaRPr lang="en-US" sz="2000" kern="0"/>
          </a:p>
          <a:p>
            <a:pPr>
              <a:lnSpc>
                <a:spcPct val="150000"/>
              </a:lnSpc>
            </a:pPr>
            <a:endParaRPr lang="en-US" sz="2200" kern="0">
              <a:solidFill>
                <a:srgbClr val="FF440B"/>
              </a:solidFill>
            </a:endParaRPr>
          </a:p>
          <a:p>
            <a:r>
              <a:rPr lang="en-US" sz="2800" kern="0">
                <a:solidFill>
                  <a:srgbClr val="FF440B"/>
                </a:solidFill>
                <a:latin typeface="Poppins" panose="00000500000000000000" pitchFamily="2" charset="0"/>
                <a:cs typeface="Poppins" panose="00000500000000000000" pitchFamily="2" charset="0"/>
              </a:rPr>
              <a:t>Q: If you were the evaluator, would you consider this question responsive or non-responsive?</a:t>
            </a:r>
          </a:p>
          <a:p>
            <a:pPr marL="228600" indent="-228600">
              <a:lnSpc>
                <a:spcPct val="150000"/>
              </a:lnSpc>
              <a:buFont typeface="+mj-lt"/>
              <a:buAutoNum type="arabicPeriod"/>
            </a:pPr>
            <a:endParaRPr lang="en-US" sz="2200" kern="0"/>
          </a:p>
          <a:p>
            <a:endParaRPr lang="en-US" sz="2800" kern="0"/>
          </a:p>
          <a:p>
            <a:pPr marL="342900" indent="-342900">
              <a:buFont typeface="Wingdings" panose="05000000000000000000" pitchFamily="2" charset="2"/>
              <a:buChar char="v"/>
            </a:pPr>
            <a:endParaRPr lang="en-US" sz="2400" kern="0"/>
          </a:p>
          <a:p>
            <a:endParaRPr lang="en-US" sz="2400" kern="0"/>
          </a:p>
          <a:p>
            <a:pPr marL="514350" indent="-514350">
              <a:lnSpc>
                <a:spcPct val="150000"/>
              </a:lnSpc>
              <a:buFont typeface="+mj-lt"/>
              <a:buAutoNum type="romanUcPeriod"/>
            </a:pPr>
            <a:endParaRPr lang="en-US" sz="2000" kern="0"/>
          </a:p>
        </p:txBody>
      </p:sp>
      <p:pic>
        <p:nvPicPr>
          <p:cNvPr id="6" name="Graphic 5" descr="No sign with solid fill">
            <a:extLst>
              <a:ext uri="{FF2B5EF4-FFF2-40B4-BE49-F238E27FC236}">
                <a16:creationId xmlns:a16="http://schemas.microsoft.com/office/drawing/2014/main" id="{88BAB579-1AF9-F076-4541-0A759F879A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10468" y="1468068"/>
            <a:ext cx="914400" cy="914400"/>
          </a:xfrm>
          <a:prstGeom prst="rect">
            <a:avLst/>
          </a:prstGeom>
        </p:spPr>
      </p:pic>
    </p:spTree>
    <p:extLst>
      <p:ext uri="{BB962C8B-B14F-4D97-AF65-F5344CB8AC3E}">
        <p14:creationId xmlns:p14="http://schemas.microsoft.com/office/powerpoint/2010/main" val="2993303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Pentagon 1">
            <a:extLst>
              <a:ext uri="{FF2B5EF4-FFF2-40B4-BE49-F238E27FC236}">
                <a16:creationId xmlns:a16="http://schemas.microsoft.com/office/drawing/2014/main" id="{8C63310A-19C5-B1E0-1ECA-014714F7285D}"/>
              </a:ext>
            </a:extLst>
          </p:cNvPr>
          <p:cNvSpPr/>
          <p:nvPr/>
        </p:nvSpPr>
        <p:spPr>
          <a:xfrm>
            <a:off x="-8053" y="175549"/>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solidFill>
                  <a:schemeClr val="bg1"/>
                </a:solidFill>
                <a:latin typeface="Bebas Neue" panose="020B0606020202050201" pitchFamily="34" charset="77"/>
              </a:rPr>
              <a:t>EXAMPLE:</a:t>
            </a:r>
          </a:p>
          <a:p>
            <a:pPr algn="ctr"/>
            <a:r>
              <a:rPr lang="en-US" sz="3000">
                <a:solidFill>
                  <a:schemeClr val="bg1"/>
                </a:solidFill>
                <a:latin typeface="Bebas Neue" panose="020B0606020202050201" pitchFamily="34" charset="77"/>
              </a:rPr>
              <a:t>ANSWER THE QUESTION</a:t>
            </a:r>
          </a:p>
        </p:txBody>
      </p:sp>
      <p:sp>
        <p:nvSpPr>
          <p:cNvPr id="2" name="Content Placeholder 3">
            <a:extLst>
              <a:ext uri="{FF2B5EF4-FFF2-40B4-BE49-F238E27FC236}">
                <a16:creationId xmlns:a16="http://schemas.microsoft.com/office/drawing/2014/main" id="{74BE6A4A-A087-20F0-0262-C7BA88842129}"/>
              </a:ext>
            </a:extLst>
          </p:cNvPr>
          <p:cNvSpPr txBox="1">
            <a:spLocks/>
          </p:cNvSpPr>
          <p:nvPr/>
        </p:nvSpPr>
        <p:spPr>
          <a:xfrm>
            <a:off x="6096000" y="1489334"/>
            <a:ext cx="5262942" cy="3914717"/>
          </a:xfrm>
          <a:prstGeom prst="rect">
            <a:avLst/>
          </a:prstGeom>
        </p:spPr>
        <p:txBody>
          <a:bodyPr vert="horz">
            <a:normAutofit lnSpcReduction="1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2800" b="1">
                <a:solidFill>
                  <a:srgbClr val="000000">
                    <a:lumMod val="75000"/>
                    <a:lumOff val="25000"/>
                  </a:srgbClr>
                </a:solidFill>
                <a:latin typeface="Poppins" panose="00000500000000000000" pitchFamily="2" charset="0"/>
                <a:cs typeface="Poppins" panose="00000500000000000000" pitchFamily="2" charset="0"/>
              </a:rPr>
              <a:t>Does your firm have international capabilities? Describe. </a:t>
            </a:r>
          </a:p>
          <a:p>
            <a:endParaRPr lang="en-US" sz="1900">
              <a:solidFill>
                <a:srgbClr val="1D1C1D"/>
              </a:solidFill>
              <a:latin typeface="Slack-Lato"/>
            </a:endParaRPr>
          </a:p>
          <a:p>
            <a:r>
              <a:rPr lang="en-US" sz="2800">
                <a:solidFill>
                  <a:srgbClr val="000000">
                    <a:lumMod val="75000"/>
                    <a:lumOff val="25000"/>
                  </a:srgbClr>
                </a:solidFill>
                <a:latin typeface="Poppins" panose="00000500000000000000" pitchFamily="2" charset="0"/>
                <a:cs typeface="Poppins" panose="00000500000000000000" pitchFamily="2" charset="0"/>
              </a:rPr>
              <a:t>Yes, our firm has international capabilities. </a:t>
            </a:r>
          </a:p>
          <a:p>
            <a:endParaRPr lang="en-US" sz="2800">
              <a:solidFill>
                <a:srgbClr val="000000">
                  <a:lumMod val="75000"/>
                  <a:lumOff val="25000"/>
                </a:srgbClr>
              </a:solidFill>
              <a:latin typeface="Poppins" panose="00000500000000000000" pitchFamily="2" charset="0"/>
              <a:cs typeface="Poppins" panose="00000500000000000000" pitchFamily="2" charset="0"/>
            </a:endParaRPr>
          </a:p>
          <a:p>
            <a:r>
              <a:rPr lang="en-US" sz="2800">
                <a:solidFill>
                  <a:srgbClr val="000000">
                    <a:lumMod val="75000"/>
                    <a:lumOff val="25000"/>
                  </a:srgbClr>
                </a:solidFill>
                <a:latin typeface="Poppins" panose="00000500000000000000" pitchFamily="2" charset="0"/>
                <a:cs typeface="Poppins" panose="00000500000000000000" pitchFamily="2" charset="0"/>
              </a:rPr>
              <a:t>The countries we serve are listed below: </a:t>
            </a:r>
          </a:p>
          <a:p>
            <a:endParaRPr lang="en-US" sz="2200" kern="0"/>
          </a:p>
          <a:p>
            <a:endParaRPr lang="en-US" sz="2800" kern="0"/>
          </a:p>
          <a:p>
            <a:pPr marL="342900" indent="-342900">
              <a:buFont typeface="Wingdings" panose="05000000000000000000" pitchFamily="2" charset="2"/>
              <a:buChar char="v"/>
            </a:pPr>
            <a:endParaRPr lang="en-US" sz="2400" kern="0"/>
          </a:p>
          <a:p>
            <a:endParaRPr lang="en-US" sz="2400" kern="0"/>
          </a:p>
          <a:p>
            <a:pPr marL="514350" indent="-514350">
              <a:lnSpc>
                <a:spcPct val="150000"/>
              </a:lnSpc>
              <a:buFont typeface="+mj-lt"/>
              <a:buAutoNum type="romanUcPeriod"/>
            </a:pPr>
            <a:endParaRPr lang="en-US" sz="2000" kern="0"/>
          </a:p>
        </p:txBody>
      </p:sp>
      <p:pic>
        <p:nvPicPr>
          <p:cNvPr id="4" name="Graphic 3" descr="Bullseye with solid fill">
            <a:extLst>
              <a:ext uri="{FF2B5EF4-FFF2-40B4-BE49-F238E27FC236}">
                <a16:creationId xmlns:a16="http://schemas.microsoft.com/office/drawing/2014/main" id="{5EB4EE1F-FB0E-0E47-468D-FDDAA4E5F2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57303" y="1499967"/>
            <a:ext cx="914400" cy="914400"/>
          </a:xfrm>
          <a:prstGeom prst="rect">
            <a:avLst/>
          </a:prstGeom>
        </p:spPr>
      </p:pic>
    </p:spTree>
    <p:extLst>
      <p:ext uri="{BB962C8B-B14F-4D97-AF65-F5344CB8AC3E}">
        <p14:creationId xmlns:p14="http://schemas.microsoft.com/office/powerpoint/2010/main" val="2663845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a:extLst>
              <a:ext uri="{FF2B5EF4-FFF2-40B4-BE49-F238E27FC236}">
                <a16:creationId xmlns:a16="http://schemas.microsoft.com/office/drawing/2014/main" id="{56A290B0-F614-C246-BA8A-8498E0D23D19}"/>
              </a:ext>
            </a:extLst>
          </p:cNvPr>
          <p:cNvSpPr/>
          <p:nvPr/>
        </p:nvSpPr>
        <p:spPr>
          <a:xfrm>
            <a:off x="-8053" y="324411"/>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latin typeface="Bebas Neue" panose="020B0606020202050201" pitchFamily="34" charset="77"/>
              </a:rPr>
              <a:t>Example:</a:t>
            </a:r>
          </a:p>
          <a:p>
            <a:pPr algn="ctr"/>
            <a:r>
              <a:rPr lang="en-US" sz="3000" dirty="0">
                <a:solidFill>
                  <a:schemeClr val="bg1"/>
                </a:solidFill>
                <a:latin typeface="Bebas Neue" panose="020B0606020202050201" pitchFamily="34" charset="77"/>
              </a:rPr>
              <a:t>Answer the question</a:t>
            </a:r>
          </a:p>
        </p:txBody>
      </p:sp>
      <p:sp>
        <p:nvSpPr>
          <p:cNvPr id="4" name="Content Placeholder 3">
            <a:extLst>
              <a:ext uri="{FF2B5EF4-FFF2-40B4-BE49-F238E27FC236}">
                <a16:creationId xmlns:a16="http://schemas.microsoft.com/office/drawing/2014/main" id="{B9607FF9-E561-6358-3545-A18C007EAD95}"/>
              </a:ext>
            </a:extLst>
          </p:cNvPr>
          <p:cNvSpPr txBox="1">
            <a:spLocks/>
          </p:cNvSpPr>
          <p:nvPr/>
        </p:nvSpPr>
        <p:spPr>
          <a:xfrm>
            <a:off x="6096000" y="1482707"/>
            <a:ext cx="5262942" cy="4105339"/>
          </a:xfrm>
          <a:prstGeom prst="rect">
            <a:avLst/>
          </a:prstGeom>
        </p:spPr>
        <p:txBody>
          <a:bodyPr vert="horz">
            <a:normAutofit/>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2800" b="1" dirty="0">
                <a:solidFill>
                  <a:srgbClr val="1D1C1D"/>
                </a:solidFill>
                <a:latin typeface="Slack-Lato"/>
              </a:rPr>
              <a:t>Describe your process for training new employees before they commence work</a:t>
            </a:r>
          </a:p>
          <a:p>
            <a:r>
              <a:rPr lang="en-US" sz="1800" b="1" dirty="0">
                <a:solidFill>
                  <a:srgbClr val="1D1C1D"/>
                </a:solidFill>
                <a:latin typeface="Slack-Lato"/>
              </a:rPr>
              <a:t> </a:t>
            </a:r>
          </a:p>
          <a:p>
            <a:r>
              <a:rPr lang="en-US" sz="1800" dirty="0">
                <a:solidFill>
                  <a:srgbClr val="1D1C1D"/>
                </a:solidFill>
                <a:latin typeface="Slack-Lato"/>
              </a:rPr>
              <a:t>&lt;Company&gt; provides regular in-service training to our staff on best practices compliance in every aspect of the program. A training inventory is in place for all operations staff to include training on the following topics as applicable to the position:</a:t>
            </a:r>
          </a:p>
          <a:p>
            <a:pPr>
              <a:lnSpc>
                <a:spcPct val="150000"/>
              </a:lnSpc>
            </a:pPr>
            <a:endParaRPr lang="en-US" sz="2200" kern="0" dirty="0">
              <a:solidFill>
                <a:srgbClr val="FF440B"/>
              </a:solidFill>
            </a:endParaRPr>
          </a:p>
          <a:p>
            <a:pPr marL="228600" indent="-228600">
              <a:lnSpc>
                <a:spcPct val="150000"/>
              </a:lnSpc>
              <a:buFont typeface="+mj-lt"/>
              <a:buAutoNum type="arabicPeriod"/>
            </a:pPr>
            <a:endParaRPr lang="en-US" sz="2200" kern="0" dirty="0"/>
          </a:p>
          <a:p>
            <a:endParaRPr lang="en-US" sz="2800" kern="0" dirty="0"/>
          </a:p>
          <a:p>
            <a:pPr marL="342900" indent="-342900">
              <a:buFont typeface="Wingdings" panose="05000000000000000000" pitchFamily="2" charset="2"/>
              <a:buChar char="v"/>
            </a:pPr>
            <a:endParaRPr lang="en-US" sz="2400" kern="0" dirty="0"/>
          </a:p>
          <a:p>
            <a:endParaRPr lang="en-US" sz="2400" kern="0" dirty="0"/>
          </a:p>
          <a:p>
            <a:pPr marL="514350" indent="-514350">
              <a:lnSpc>
                <a:spcPct val="150000"/>
              </a:lnSpc>
              <a:buFont typeface="+mj-lt"/>
              <a:buAutoNum type="romanUcPeriod"/>
            </a:pPr>
            <a:endParaRPr lang="en-US" sz="2000" kern="0" dirty="0"/>
          </a:p>
        </p:txBody>
      </p:sp>
      <p:pic>
        <p:nvPicPr>
          <p:cNvPr id="5" name="Graphic 4" descr="No sign with solid fill">
            <a:extLst>
              <a:ext uri="{FF2B5EF4-FFF2-40B4-BE49-F238E27FC236}">
                <a16:creationId xmlns:a16="http://schemas.microsoft.com/office/drawing/2014/main" id="{9EB36224-6E9B-256F-9AD8-BBA25565CC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3000" y="1482708"/>
            <a:ext cx="914400" cy="914400"/>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B2BBD6B3-71E9-8D1A-66E7-46178716220D}"/>
              </a:ext>
            </a:extLst>
          </p:cNvPr>
          <p:cNvPicPr>
            <a:picLocks noChangeAspect="1"/>
          </p:cNvPicPr>
          <p:nvPr/>
        </p:nvPicPr>
        <p:blipFill>
          <a:blip r:embed="rId5"/>
          <a:stretch>
            <a:fillRect/>
          </a:stretch>
        </p:blipFill>
        <p:spPr>
          <a:xfrm>
            <a:off x="10785986" y="5534746"/>
            <a:ext cx="1091713" cy="1097112"/>
          </a:xfrm>
          <a:prstGeom prst="rect">
            <a:avLst/>
          </a:prstGeom>
        </p:spPr>
      </p:pic>
    </p:spTree>
    <p:extLst>
      <p:ext uri="{BB962C8B-B14F-4D97-AF65-F5344CB8AC3E}">
        <p14:creationId xmlns:p14="http://schemas.microsoft.com/office/powerpoint/2010/main" val="106332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ullseye with solid fill">
            <a:extLst>
              <a:ext uri="{FF2B5EF4-FFF2-40B4-BE49-F238E27FC236}">
                <a16:creationId xmlns:a16="http://schemas.microsoft.com/office/drawing/2014/main" id="{952F3DDF-263B-DE22-EF0A-DCB7E5B27B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3000" y="1489334"/>
            <a:ext cx="914400" cy="914400"/>
          </a:xfrm>
          <a:prstGeom prst="rect">
            <a:avLst/>
          </a:prstGeom>
        </p:spPr>
      </p:pic>
      <p:sp>
        <p:nvSpPr>
          <p:cNvPr id="2" name="Pentagon 1">
            <a:extLst>
              <a:ext uri="{FF2B5EF4-FFF2-40B4-BE49-F238E27FC236}">
                <a16:creationId xmlns:a16="http://schemas.microsoft.com/office/drawing/2014/main" id="{56A290B0-F614-C246-BA8A-8498E0D23D19}"/>
              </a:ext>
            </a:extLst>
          </p:cNvPr>
          <p:cNvSpPr/>
          <p:nvPr/>
        </p:nvSpPr>
        <p:spPr>
          <a:xfrm>
            <a:off x="-8053" y="324411"/>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latin typeface="Bebas Neue" panose="020B0606020202050201" pitchFamily="34" charset="77"/>
              </a:rPr>
              <a:t>Example:</a:t>
            </a:r>
          </a:p>
          <a:p>
            <a:pPr algn="ctr"/>
            <a:r>
              <a:rPr lang="en-US" sz="3000" dirty="0">
                <a:solidFill>
                  <a:schemeClr val="bg1"/>
                </a:solidFill>
                <a:latin typeface="Bebas Neue" panose="020B0606020202050201" pitchFamily="34" charset="77"/>
              </a:rPr>
              <a:t>Answer the question</a:t>
            </a:r>
          </a:p>
        </p:txBody>
      </p:sp>
      <p:sp>
        <p:nvSpPr>
          <p:cNvPr id="4" name="Content Placeholder 3">
            <a:extLst>
              <a:ext uri="{FF2B5EF4-FFF2-40B4-BE49-F238E27FC236}">
                <a16:creationId xmlns:a16="http://schemas.microsoft.com/office/drawing/2014/main" id="{B9607FF9-E561-6358-3545-A18C007EAD95}"/>
              </a:ext>
            </a:extLst>
          </p:cNvPr>
          <p:cNvSpPr txBox="1">
            <a:spLocks/>
          </p:cNvSpPr>
          <p:nvPr/>
        </p:nvSpPr>
        <p:spPr>
          <a:xfrm>
            <a:off x="6096000" y="1489334"/>
            <a:ext cx="5262942" cy="4791138"/>
          </a:xfrm>
          <a:prstGeom prst="rect">
            <a:avLst/>
          </a:prstGeom>
        </p:spPr>
        <p:txBody>
          <a:bodyPr vert="horz">
            <a:normAutofit fontScale="25000" lnSpcReduction="2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11200" b="1" dirty="0">
                <a:solidFill>
                  <a:srgbClr val="1D1C1D"/>
                </a:solidFill>
                <a:latin typeface="Slack-Lato"/>
              </a:rPr>
              <a:t>Describe your process for training new employees before they commence work</a:t>
            </a:r>
          </a:p>
          <a:p>
            <a:r>
              <a:rPr lang="en-US" sz="2800" b="1" dirty="0">
                <a:solidFill>
                  <a:srgbClr val="1D1C1D"/>
                </a:solidFill>
                <a:latin typeface="Slack-Lato"/>
              </a:rPr>
              <a:t> </a:t>
            </a:r>
          </a:p>
          <a:p>
            <a:endParaRPr lang="en-US" sz="2000" kern="0" dirty="0"/>
          </a:p>
          <a:p>
            <a:r>
              <a:rPr lang="en-US" sz="5600" b="1" dirty="0">
                <a:solidFill>
                  <a:srgbClr val="1D1C1D"/>
                </a:solidFill>
                <a:latin typeface="Slack-Lato"/>
              </a:rPr>
              <a:t>STEP 1:</a:t>
            </a:r>
          </a:p>
          <a:p>
            <a:r>
              <a:rPr lang="en-US" sz="5600" dirty="0">
                <a:solidFill>
                  <a:srgbClr val="1D1C1D"/>
                </a:solidFill>
                <a:latin typeface="Slack-Lato"/>
              </a:rPr>
              <a:t>Each employee spends their first week of employment in training that is comprised of:</a:t>
            </a:r>
          </a:p>
          <a:p>
            <a:endParaRPr lang="en-US" sz="5600" dirty="0">
              <a:solidFill>
                <a:srgbClr val="1D1C1D"/>
              </a:solidFill>
              <a:latin typeface="Slack-Lato"/>
            </a:endParaRPr>
          </a:p>
          <a:p>
            <a:r>
              <a:rPr lang="en-US" sz="5600" dirty="0">
                <a:solidFill>
                  <a:srgbClr val="1D1C1D"/>
                </a:solidFill>
                <a:latin typeface="Slack-Lato"/>
              </a:rPr>
              <a:t>Session 1: Introduction to Compliance</a:t>
            </a:r>
          </a:p>
          <a:p>
            <a:r>
              <a:rPr lang="en-US" sz="5600" dirty="0">
                <a:solidFill>
                  <a:srgbClr val="1D1C1D"/>
                </a:solidFill>
                <a:latin typeface="Slack-Lato"/>
              </a:rPr>
              <a:t>Session 2: Compliance 201</a:t>
            </a:r>
          </a:p>
          <a:p>
            <a:r>
              <a:rPr lang="en-US" sz="5600" dirty="0">
                <a:solidFill>
                  <a:srgbClr val="1D1C1D"/>
                </a:solidFill>
                <a:latin typeface="Slack-Lato"/>
              </a:rPr>
              <a:t>Session 3: Standard Operating Procedures</a:t>
            </a:r>
          </a:p>
          <a:p>
            <a:r>
              <a:rPr lang="en-US" sz="5600" dirty="0">
                <a:solidFill>
                  <a:srgbClr val="1D1C1D"/>
                </a:solidFill>
                <a:latin typeface="Slack-Lato"/>
              </a:rPr>
              <a:t>Session 4: Client Experience Standards</a:t>
            </a:r>
          </a:p>
          <a:p>
            <a:endParaRPr lang="en-US" sz="5600" dirty="0">
              <a:solidFill>
                <a:srgbClr val="1D1C1D"/>
              </a:solidFill>
              <a:latin typeface="Slack-Lato"/>
            </a:endParaRPr>
          </a:p>
          <a:p>
            <a:r>
              <a:rPr lang="en-US" sz="5600" dirty="0">
                <a:solidFill>
                  <a:srgbClr val="1D1C1D"/>
                </a:solidFill>
                <a:latin typeface="Slack-Lato"/>
              </a:rPr>
              <a:t>The employee is then provided training applicable to their position. </a:t>
            </a:r>
          </a:p>
          <a:p>
            <a:endParaRPr lang="en-US" sz="5600" dirty="0">
              <a:solidFill>
                <a:srgbClr val="1D1C1D"/>
              </a:solidFill>
              <a:latin typeface="Slack-Lato"/>
            </a:endParaRPr>
          </a:p>
          <a:p>
            <a:r>
              <a:rPr lang="en-US" sz="5600" b="1" dirty="0">
                <a:solidFill>
                  <a:srgbClr val="1D1C1D"/>
                </a:solidFill>
                <a:latin typeface="Slack-Lato"/>
              </a:rPr>
              <a:t>STEP 2:</a:t>
            </a:r>
          </a:p>
          <a:p>
            <a:r>
              <a:rPr lang="en-US" sz="5600" dirty="0">
                <a:solidFill>
                  <a:srgbClr val="1D1C1D"/>
                </a:solidFill>
                <a:latin typeface="Slack-Lato"/>
              </a:rPr>
              <a:t>After training is complete, employee shadows their </a:t>
            </a:r>
            <a:br>
              <a:rPr lang="en-US" sz="5600" dirty="0">
                <a:solidFill>
                  <a:srgbClr val="1D1C1D"/>
                </a:solidFill>
                <a:latin typeface="Slack-Lato"/>
              </a:rPr>
            </a:br>
            <a:r>
              <a:rPr lang="en-US" sz="5600" dirty="0">
                <a:solidFill>
                  <a:srgbClr val="1D1C1D"/>
                </a:solidFill>
                <a:latin typeface="Slack-Lato"/>
              </a:rPr>
              <a:t>supervisor for several days for on-the-job training. </a:t>
            </a:r>
          </a:p>
          <a:p>
            <a:endParaRPr lang="en-US" sz="5600" dirty="0">
              <a:solidFill>
                <a:srgbClr val="1D1C1D"/>
              </a:solidFill>
              <a:latin typeface="Slack-Lato"/>
            </a:endParaRPr>
          </a:p>
          <a:p>
            <a:r>
              <a:rPr lang="en-US" sz="5600" b="1" dirty="0">
                <a:solidFill>
                  <a:srgbClr val="1D1C1D"/>
                </a:solidFill>
                <a:latin typeface="Slack-Lato"/>
              </a:rPr>
              <a:t>STEP 3:</a:t>
            </a:r>
          </a:p>
          <a:p>
            <a:r>
              <a:rPr lang="en-US" sz="5600" dirty="0">
                <a:solidFill>
                  <a:srgbClr val="1D1C1D"/>
                </a:solidFill>
                <a:latin typeface="Slack-Lato"/>
              </a:rPr>
              <a:t>Employees receive training quarterly and annually </a:t>
            </a:r>
            <a:br>
              <a:rPr lang="en-US" sz="5600" dirty="0">
                <a:solidFill>
                  <a:srgbClr val="1D1C1D"/>
                </a:solidFill>
                <a:latin typeface="Slack-Lato"/>
              </a:rPr>
            </a:br>
            <a:r>
              <a:rPr lang="en-US" sz="5600" dirty="0">
                <a:solidFill>
                  <a:srgbClr val="1D1C1D"/>
                </a:solidFill>
                <a:latin typeface="Slack-Lato"/>
              </a:rPr>
              <a:t>and are provided notice through our online tracking system. </a:t>
            </a:r>
            <a:endParaRPr lang="en-US" sz="5600" kern="0" dirty="0"/>
          </a:p>
          <a:p>
            <a:endParaRPr lang="en-US" sz="2400" kern="0" dirty="0"/>
          </a:p>
          <a:p>
            <a:pPr marL="514350" indent="-514350">
              <a:lnSpc>
                <a:spcPct val="150000"/>
              </a:lnSpc>
              <a:buFont typeface="+mj-lt"/>
              <a:buAutoNum type="romanUcPeriod"/>
            </a:pPr>
            <a:endParaRPr lang="en-US" sz="2000" kern="0" dirty="0"/>
          </a:p>
        </p:txBody>
      </p:sp>
      <p:pic>
        <p:nvPicPr>
          <p:cNvPr id="5" name="Picture 4" descr="A picture containing text&#10;&#10;Description automatically generated">
            <a:extLst>
              <a:ext uri="{FF2B5EF4-FFF2-40B4-BE49-F238E27FC236}">
                <a16:creationId xmlns:a16="http://schemas.microsoft.com/office/drawing/2014/main" id="{9B7EC862-2613-DD8E-B3F0-AD80B1311FEF}"/>
              </a:ext>
            </a:extLst>
          </p:cNvPr>
          <p:cNvPicPr>
            <a:picLocks noChangeAspect="1"/>
          </p:cNvPicPr>
          <p:nvPr/>
        </p:nvPicPr>
        <p:blipFill>
          <a:blip r:embed="rId5"/>
          <a:stretch>
            <a:fillRect/>
          </a:stretch>
        </p:blipFill>
        <p:spPr>
          <a:xfrm>
            <a:off x="10785986" y="5534746"/>
            <a:ext cx="1091713" cy="1097112"/>
          </a:xfrm>
          <a:prstGeom prst="rect">
            <a:avLst/>
          </a:prstGeom>
        </p:spPr>
      </p:pic>
    </p:spTree>
    <p:extLst>
      <p:ext uri="{BB962C8B-B14F-4D97-AF65-F5344CB8AC3E}">
        <p14:creationId xmlns:p14="http://schemas.microsoft.com/office/powerpoint/2010/main" val="539137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428759"/>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Pentagon 1">
            <a:extLst>
              <a:ext uri="{FF2B5EF4-FFF2-40B4-BE49-F238E27FC236}">
                <a16:creationId xmlns:a16="http://schemas.microsoft.com/office/drawing/2014/main" id="{8C63310A-19C5-B1E0-1ECA-014714F7285D}"/>
              </a:ext>
            </a:extLst>
          </p:cNvPr>
          <p:cNvSpPr/>
          <p:nvPr/>
        </p:nvSpPr>
        <p:spPr>
          <a:xfrm>
            <a:off x="-8053" y="175549"/>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solidFill>
                  <a:schemeClr val="bg1"/>
                </a:solidFill>
                <a:latin typeface="Bebas Neue" panose="020B0606020202050201" pitchFamily="34" charset="77"/>
              </a:rPr>
              <a:t>EXAMPLE:</a:t>
            </a:r>
          </a:p>
          <a:p>
            <a:pPr algn="ctr"/>
            <a:r>
              <a:rPr lang="en-US" sz="3000">
                <a:solidFill>
                  <a:schemeClr val="bg1"/>
                </a:solidFill>
                <a:latin typeface="Bebas Neue" panose="020B0606020202050201" pitchFamily="34" charset="77"/>
              </a:rPr>
              <a:t>ANSWER THE QUESTION</a:t>
            </a:r>
          </a:p>
        </p:txBody>
      </p:sp>
      <p:sp>
        <p:nvSpPr>
          <p:cNvPr id="5" name="Content Placeholder 3">
            <a:extLst>
              <a:ext uri="{FF2B5EF4-FFF2-40B4-BE49-F238E27FC236}">
                <a16:creationId xmlns:a16="http://schemas.microsoft.com/office/drawing/2014/main" id="{63C9D39C-BF94-89B8-1A82-3BEB9152AE6B}"/>
              </a:ext>
            </a:extLst>
          </p:cNvPr>
          <p:cNvSpPr txBox="1">
            <a:spLocks/>
          </p:cNvSpPr>
          <p:nvPr/>
        </p:nvSpPr>
        <p:spPr>
          <a:xfrm>
            <a:off x="2490537" y="1816768"/>
            <a:ext cx="8142021" cy="4013664"/>
          </a:xfrm>
          <a:prstGeom prst="rect">
            <a:avLst/>
          </a:prstGeom>
        </p:spPr>
        <p:txBody>
          <a:bodyPr vert="horz">
            <a:noAutofit/>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pPr algn="l"/>
            <a:r>
              <a:rPr lang="en-US" sz="2000" b="1">
                <a:solidFill>
                  <a:srgbClr val="444444"/>
                </a:solidFill>
                <a:latin typeface="Poppins" panose="00000500000000000000" pitchFamily="2" charset="0"/>
                <a:cs typeface="Poppins" panose="00000500000000000000" pitchFamily="2" charset="0"/>
              </a:rPr>
              <a:t>Q: Prior Experience. </a:t>
            </a:r>
          </a:p>
          <a:p>
            <a:pPr algn="l"/>
            <a:r>
              <a:rPr lang="en-US" sz="2000">
                <a:solidFill>
                  <a:srgbClr val="444444"/>
                </a:solidFill>
                <a:latin typeface="Poppins" panose="00000500000000000000" pitchFamily="2" charset="0"/>
                <a:cs typeface="Poppins" panose="00000500000000000000" pitchFamily="2" charset="0"/>
              </a:rPr>
              <a:t>Include experience in xyz consulting services. Experience shown should be work done by individuals who will be assigned to this project as well as that of your company. The Offeror must provide an overview of the proposing organization, the proposal, and the Offeror’s key strengths. The Offeror should demonstrate experience and familiarity with the program area in general. Studies or projects referred to must be identified and the name of the customer shown, including the name, address, and telephone number of the responsible official of the customer, company, or agency who may be contacted. </a:t>
            </a:r>
          </a:p>
          <a:p>
            <a:endParaRPr lang="en-US" sz="2400" kern="0"/>
          </a:p>
          <a:p>
            <a:pPr marL="514350" indent="-514350">
              <a:buFont typeface="+mj-lt"/>
              <a:buAutoNum type="romanUcPeriod"/>
            </a:pPr>
            <a:endParaRPr lang="en-US" sz="2400" kern="0"/>
          </a:p>
        </p:txBody>
      </p:sp>
    </p:spTree>
    <p:extLst>
      <p:ext uri="{BB962C8B-B14F-4D97-AF65-F5344CB8AC3E}">
        <p14:creationId xmlns:p14="http://schemas.microsoft.com/office/powerpoint/2010/main" val="592481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428759"/>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Pentagon 1">
            <a:extLst>
              <a:ext uri="{FF2B5EF4-FFF2-40B4-BE49-F238E27FC236}">
                <a16:creationId xmlns:a16="http://schemas.microsoft.com/office/drawing/2014/main" id="{8C63310A-19C5-B1E0-1ECA-014714F7285D}"/>
              </a:ext>
            </a:extLst>
          </p:cNvPr>
          <p:cNvSpPr/>
          <p:nvPr/>
        </p:nvSpPr>
        <p:spPr>
          <a:xfrm>
            <a:off x="-8053" y="175549"/>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solidFill>
                  <a:schemeClr val="bg1"/>
                </a:solidFill>
                <a:latin typeface="Bebas Neue" panose="020B0606020202050201" pitchFamily="34" charset="77"/>
              </a:rPr>
              <a:t>EXAMPLE:</a:t>
            </a:r>
          </a:p>
          <a:p>
            <a:pPr algn="ctr"/>
            <a:r>
              <a:rPr lang="en-US" sz="3000">
                <a:solidFill>
                  <a:schemeClr val="bg1"/>
                </a:solidFill>
                <a:latin typeface="Bebas Neue" panose="020B0606020202050201" pitchFamily="34" charset="77"/>
              </a:rPr>
              <a:t>ANSWER THE QUESTION</a:t>
            </a:r>
          </a:p>
        </p:txBody>
      </p:sp>
      <p:sp>
        <p:nvSpPr>
          <p:cNvPr id="2" name="Content Placeholder 3">
            <a:extLst>
              <a:ext uri="{FF2B5EF4-FFF2-40B4-BE49-F238E27FC236}">
                <a16:creationId xmlns:a16="http://schemas.microsoft.com/office/drawing/2014/main" id="{D6EFFFF7-CEFD-D7BD-8EC0-CF60701E3146}"/>
              </a:ext>
            </a:extLst>
          </p:cNvPr>
          <p:cNvSpPr txBox="1">
            <a:spLocks/>
          </p:cNvSpPr>
          <p:nvPr/>
        </p:nvSpPr>
        <p:spPr>
          <a:xfrm>
            <a:off x="2490537" y="1816767"/>
            <a:ext cx="8138160" cy="4276215"/>
          </a:xfrm>
          <a:prstGeom prst="rect">
            <a:avLst/>
          </a:prstGeom>
        </p:spPr>
        <p:txBody>
          <a:bodyPr vert="horz">
            <a:normAutofit fontScale="25000" lnSpcReduction="2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pPr algn="l">
              <a:lnSpc>
                <a:spcPct val="120000"/>
              </a:lnSpc>
            </a:pPr>
            <a:r>
              <a:rPr lang="en-US" sz="8000" b="1" i="0">
                <a:solidFill>
                  <a:srgbClr val="444444"/>
                </a:solidFill>
                <a:effectLst/>
                <a:latin typeface="Poppins" panose="00000500000000000000" pitchFamily="2" charset="0"/>
                <a:cs typeface="Poppins" panose="00000500000000000000" pitchFamily="2" charset="0"/>
              </a:rPr>
              <a:t>Q: Prior Experience. </a:t>
            </a:r>
          </a:p>
          <a:p>
            <a:pPr algn="l">
              <a:lnSpc>
                <a:spcPct val="120000"/>
              </a:lnSpc>
            </a:pPr>
            <a:r>
              <a:rPr lang="en-US" sz="8000" i="0">
                <a:solidFill>
                  <a:srgbClr val="444444"/>
                </a:solidFill>
                <a:effectLst/>
                <a:latin typeface="Poppins" panose="00000500000000000000" pitchFamily="2" charset="0"/>
                <a:cs typeface="Poppins" panose="00000500000000000000" pitchFamily="2" charset="0"/>
              </a:rPr>
              <a:t>Include </a:t>
            </a:r>
            <a:r>
              <a:rPr lang="en-US" sz="8000" i="0" u="sng">
                <a:solidFill>
                  <a:srgbClr val="444444"/>
                </a:solidFill>
                <a:effectLst/>
                <a:latin typeface="Poppins" panose="00000500000000000000" pitchFamily="2" charset="0"/>
                <a:cs typeface="Poppins" panose="00000500000000000000" pitchFamily="2" charset="0"/>
              </a:rPr>
              <a:t>experience</a:t>
            </a:r>
            <a:r>
              <a:rPr lang="en-US" sz="8000" i="0">
                <a:solidFill>
                  <a:srgbClr val="444444"/>
                </a:solidFill>
                <a:effectLst/>
                <a:latin typeface="Poppins" panose="00000500000000000000" pitchFamily="2" charset="0"/>
                <a:cs typeface="Poppins" panose="00000500000000000000" pitchFamily="2" charset="0"/>
              </a:rPr>
              <a:t> in xyz consulting services. Experience shown should be </a:t>
            </a:r>
            <a:r>
              <a:rPr lang="en-US" sz="8000" i="0" u="sng">
                <a:solidFill>
                  <a:srgbClr val="444444"/>
                </a:solidFill>
                <a:effectLst/>
                <a:latin typeface="Poppins" panose="00000500000000000000" pitchFamily="2" charset="0"/>
                <a:cs typeface="Poppins" panose="00000500000000000000" pitchFamily="2" charset="0"/>
              </a:rPr>
              <a:t>work done by individuals who will be assigned to this project </a:t>
            </a:r>
            <a:r>
              <a:rPr lang="en-US" sz="8000" i="0">
                <a:solidFill>
                  <a:srgbClr val="444444"/>
                </a:solidFill>
                <a:effectLst/>
                <a:latin typeface="Poppins" panose="00000500000000000000" pitchFamily="2" charset="0"/>
                <a:cs typeface="Poppins" panose="00000500000000000000" pitchFamily="2" charset="0"/>
              </a:rPr>
              <a:t>as well as that of your </a:t>
            </a:r>
            <a:r>
              <a:rPr lang="en-US" sz="8000" i="0" u="sng">
                <a:solidFill>
                  <a:srgbClr val="444444"/>
                </a:solidFill>
                <a:effectLst/>
                <a:latin typeface="Poppins" panose="00000500000000000000" pitchFamily="2" charset="0"/>
                <a:cs typeface="Poppins" panose="00000500000000000000" pitchFamily="2" charset="0"/>
              </a:rPr>
              <a:t>company</a:t>
            </a:r>
            <a:r>
              <a:rPr lang="en-US" sz="8000" i="0">
                <a:solidFill>
                  <a:srgbClr val="444444"/>
                </a:solidFill>
                <a:effectLst/>
                <a:latin typeface="Poppins" panose="00000500000000000000" pitchFamily="2" charset="0"/>
                <a:cs typeface="Poppins" panose="00000500000000000000" pitchFamily="2" charset="0"/>
              </a:rPr>
              <a:t>. The Offeror must provide an </a:t>
            </a:r>
            <a:r>
              <a:rPr lang="en-US" sz="8000" i="0" u="sng">
                <a:solidFill>
                  <a:srgbClr val="444444"/>
                </a:solidFill>
                <a:effectLst/>
                <a:latin typeface="Poppins" panose="00000500000000000000" pitchFamily="2" charset="0"/>
                <a:cs typeface="Poppins" panose="00000500000000000000" pitchFamily="2" charset="0"/>
              </a:rPr>
              <a:t>overview of the proposing organization</a:t>
            </a:r>
            <a:r>
              <a:rPr lang="en-US" sz="8000" i="0">
                <a:solidFill>
                  <a:srgbClr val="444444"/>
                </a:solidFill>
                <a:effectLst/>
                <a:latin typeface="Poppins" panose="00000500000000000000" pitchFamily="2" charset="0"/>
                <a:cs typeface="Poppins" panose="00000500000000000000" pitchFamily="2" charset="0"/>
              </a:rPr>
              <a:t>, the </a:t>
            </a:r>
            <a:r>
              <a:rPr lang="en-US" sz="8000" i="0" u="sng">
                <a:solidFill>
                  <a:srgbClr val="444444"/>
                </a:solidFill>
                <a:effectLst/>
                <a:latin typeface="Poppins" panose="00000500000000000000" pitchFamily="2" charset="0"/>
                <a:cs typeface="Poppins" panose="00000500000000000000" pitchFamily="2" charset="0"/>
              </a:rPr>
              <a:t>proposal</a:t>
            </a:r>
            <a:r>
              <a:rPr lang="en-US" sz="8000" i="0">
                <a:solidFill>
                  <a:srgbClr val="444444"/>
                </a:solidFill>
                <a:effectLst/>
                <a:latin typeface="Poppins" panose="00000500000000000000" pitchFamily="2" charset="0"/>
                <a:cs typeface="Poppins" panose="00000500000000000000" pitchFamily="2" charset="0"/>
              </a:rPr>
              <a:t>, and the Offeror’s </a:t>
            </a:r>
            <a:r>
              <a:rPr lang="en-US" sz="8000" i="0" u="sng">
                <a:solidFill>
                  <a:srgbClr val="444444"/>
                </a:solidFill>
                <a:effectLst/>
                <a:latin typeface="Poppins" panose="00000500000000000000" pitchFamily="2" charset="0"/>
                <a:cs typeface="Poppins" panose="00000500000000000000" pitchFamily="2" charset="0"/>
              </a:rPr>
              <a:t>key strengths</a:t>
            </a:r>
            <a:r>
              <a:rPr lang="en-US" sz="8000" i="0">
                <a:solidFill>
                  <a:srgbClr val="444444"/>
                </a:solidFill>
                <a:effectLst/>
                <a:latin typeface="Poppins" panose="00000500000000000000" pitchFamily="2" charset="0"/>
                <a:cs typeface="Poppins" panose="00000500000000000000" pitchFamily="2" charset="0"/>
              </a:rPr>
              <a:t>. The Offeror should </a:t>
            </a:r>
            <a:r>
              <a:rPr lang="en-US" sz="8000" i="0" u="sng">
                <a:solidFill>
                  <a:srgbClr val="444444"/>
                </a:solidFill>
                <a:effectLst/>
                <a:latin typeface="Poppins" panose="00000500000000000000" pitchFamily="2" charset="0"/>
                <a:cs typeface="Poppins" panose="00000500000000000000" pitchFamily="2" charset="0"/>
              </a:rPr>
              <a:t>demonstrate experience and familiarity</a:t>
            </a:r>
            <a:r>
              <a:rPr lang="en-US" sz="8000" i="0">
                <a:solidFill>
                  <a:srgbClr val="444444"/>
                </a:solidFill>
                <a:effectLst/>
                <a:latin typeface="Poppins" panose="00000500000000000000" pitchFamily="2" charset="0"/>
                <a:cs typeface="Poppins" panose="00000500000000000000" pitchFamily="2" charset="0"/>
              </a:rPr>
              <a:t> with the program area in general. </a:t>
            </a:r>
            <a:r>
              <a:rPr lang="en-US" sz="8000" i="0" u="sng">
                <a:solidFill>
                  <a:srgbClr val="444444"/>
                </a:solidFill>
                <a:effectLst/>
                <a:latin typeface="Poppins" panose="00000500000000000000" pitchFamily="2" charset="0"/>
                <a:cs typeface="Poppins" panose="00000500000000000000" pitchFamily="2" charset="0"/>
              </a:rPr>
              <a:t>Studies or projects referred to must be identified </a:t>
            </a:r>
            <a:r>
              <a:rPr lang="en-US" sz="8000" i="0">
                <a:solidFill>
                  <a:srgbClr val="444444"/>
                </a:solidFill>
                <a:effectLst/>
                <a:latin typeface="Poppins" panose="00000500000000000000" pitchFamily="2" charset="0"/>
                <a:cs typeface="Poppins" panose="00000500000000000000" pitchFamily="2" charset="0"/>
              </a:rPr>
              <a:t>and the name of the customer shown, including the name, address, and telephone number of the responsible official of the customer, company, or agency who may be contacted. </a:t>
            </a:r>
            <a:endParaRPr lang="en-US" sz="8000" kern="0">
              <a:solidFill>
                <a:srgbClr val="444444"/>
              </a:solidFill>
              <a:latin typeface="Poppins" panose="00000500000000000000" pitchFamily="2" charset="0"/>
              <a:cs typeface="Poppins" panose="00000500000000000000" pitchFamily="2" charset="0"/>
            </a:endParaRPr>
          </a:p>
          <a:p>
            <a:endParaRPr lang="en-US" sz="2400" kern="0"/>
          </a:p>
          <a:p>
            <a:pPr marL="514350" indent="-514350">
              <a:lnSpc>
                <a:spcPct val="150000"/>
              </a:lnSpc>
              <a:buFont typeface="+mj-lt"/>
              <a:buAutoNum type="romanUcPeriod"/>
            </a:pPr>
            <a:endParaRPr lang="en-US" sz="2000" kern="0"/>
          </a:p>
        </p:txBody>
      </p:sp>
    </p:spTree>
    <p:extLst>
      <p:ext uri="{BB962C8B-B14F-4D97-AF65-F5344CB8AC3E}">
        <p14:creationId xmlns:p14="http://schemas.microsoft.com/office/powerpoint/2010/main" val="31833918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428759"/>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Pentagon 1">
            <a:extLst>
              <a:ext uri="{FF2B5EF4-FFF2-40B4-BE49-F238E27FC236}">
                <a16:creationId xmlns:a16="http://schemas.microsoft.com/office/drawing/2014/main" id="{8C63310A-19C5-B1E0-1ECA-014714F7285D}"/>
              </a:ext>
            </a:extLst>
          </p:cNvPr>
          <p:cNvSpPr/>
          <p:nvPr/>
        </p:nvSpPr>
        <p:spPr>
          <a:xfrm>
            <a:off x="-8053" y="175549"/>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solidFill>
                  <a:schemeClr val="bg1"/>
                </a:solidFill>
                <a:latin typeface="Bebas Neue" panose="020B0606020202050201" pitchFamily="34" charset="77"/>
              </a:rPr>
              <a:t>EXAMPLE:</a:t>
            </a:r>
          </a:p>
          <a:p>
            <a:pPr algn="ctr"/>
            <a:r>
              <a:rPr lang="en-US" sz="3000">
                <a:solidFill>
                  <a:schemeClr val="bg1"/>
                </a:solidFill>
                <a:latin typeface="Bebas Neue" panose="020B0606020202050201" pitchFamily="34" charset="77"/>
              </a:rPr>
              <a:t>ANSWER THE QUESTION</a:t>
            </a:r>
          </a:p>
        </p:txBody>
      </p:sp>
      <p:pic>
        <p:nvPicPr>
          <p:cNvPr id="4" name="Graphic 3" descr="Bullseye with solid fill">
            <a:extLst>
              <a:ext uri="{FF2B5EF4-FFF2-40B4-BE49-F238E27FC236}">
                <a16:creationId xmlns:a16="http://schemas.microsoft.com/office/drawing/2014/main" id="{5EB4EE1F-FB0E-0E47-468D-FDDAA4E5F2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01704" y="1499967"/>
            <a:ext cx="914400" cy="914400"/>
          </a:xfrm>
          <a:prstGeom prst="rect">
            <a:avLst/>
          </a:prstGeom>
        </p:spPr>
      </p:pic>
      <p:sp>
        <p:nvSpPr>
          <p:cNvPr id="2" name="Content Placeholder 3">
            <a:extLst>
              <a:ext uri="{FF2B5EF4-FFF2-40B4-BE49-F238E27FC236}">
                <a16:creationId xmlns:a16="http://schemas.microsoft.com/office/drawing/2014/main" id="{E90C4B8D-94A7-F49A-4506-21EE7C319721}"/>
              </a:ext>
            </a:extLst>
          </p:cNvPr>
          <p:cNvSpPr txBox="1">
            <a:spLocks/>
          </p:cNvSpPr>
          <p:nvPr/>
        </p:nvSpPr>
        <p:spPr>
          <a:xfrm>
            <a:off x="2454145" y="1582422"/>
            <a:ext cx="9232200" cy="4665407"/>
          </a:xfrm>
          <a:prstGeom prst="rect">
            <a:avLst/>
          </a:prstGeom>
        </p:spPr>
        <p:txBody>
          <a:bodyPr vert="horz">
            <a:normAutofit fontScale="92500" lnSpcReduction="1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pPr algn="l"/>
            <a:r>
              <a:rPr lang="en-US" sz="3000" b="1" i="0">
                <a:solidFill>
                  <a:srgbClr val="444444"/>
                </a:solidFill>
                <a:effectLst/>
                <a:latin typeface="Poppins" panose="00000500000000000000" pitchFamily="2" charset="0"/>
                <a:cs typeface="Poppins" panose="00000500000000000000" pitchFamily="2" charset="0"/>
              </a:rPr>
              <a:t>Q: Prior Experience </a:t>
            </a:r>
          </a:p>
          <a:p>
            <a:pPr algn="l"/>
            <a:endParaRPr lang="en-US" sz="2200" i="0">
              <a:solidFill>
                <a:srgbClr val="444444"/>
              </a:solidFill>
              <a:effectLst/>
              <a:latin typeface="Poppins" panose="00000500000000000000" pitchFamily="2" charset="0"/>
              <a:cs typeface="Poppins" panose="00000500000000000000" pitchFamily="2" charset="0"/>
            </a:endParaRPr>
          </a:p>
          <a:p>
            <a:pPr algn="l"/>
            <a:r>
              <a:rPr lang="en-US" sz="2200" i="0">
                <a:solidFill>
                  <a:srgbClr val="444444"/>
                </a:solidFill>
                <a:effectLst/>
                <a:latin typeface="Poppins" panose="00000500000000000000" pitchFamily="2" charset="0"/>
                <a:cs typeface="Poppins" panose="00000500000000000000" pitchFamily="2" charset="0"/>
              </a:rPr>
              <a:t>Relevant Experience </a:t>
            </a:r>
          </a:p>
          <a:p>
            <a:pPr algn="l"/>
            <a:endParaRPr lang="en-US" sz="2200" i="0">
              <a:solidFill>
                <a:srgbClr val="444444"/>
              </a:solidFill>
              <a:effectLst/>
              <a:latin typeface="Poppins" panose="00000500000000000000" pitchFamily="2" charset="0"/>
              <a:cs typeface="Poppins" panose="00000500000000000000" pitchFamily="2" charset="0"/>
            </a:endParaRPr>
          </a:p>
          <a:p>
            <a:pPr algn="l"/>
            <a:r>
              <a:rPr lang="en-US" sz="2200" i="0">
                <a:solidFill>
                  <a:srgbClr val="444444"/>
                </a:solidFill>
                <a:effectLst/>
                <a:latin typeface="Poppins" panose="00000500000000000000" pitchFamily="2" charset="0"/>
                <a:cs typeface="Poppins" panose="00000500000000000000" pitchFamily="2" charset="0"/>
              </a:rPr>
              <a:t>Team Experience</a:t>
            </a:r>
          </a:p>
          <a:p>
            <a:pPr algn="l"/>
            <a:endParaRPr lang="en-US" sz="2200" i="0">
              <a:solidFill>
                <a:srgbClr val="444444"/>
              </a:solidFill>
              <a:effectLst/>
              <a:latin typeface="Poppins" panose="00000500000000000000" pitchFamily="2" charset="0"/>
              <a:cs typeface="Poppins" panose="00000500000000000000" pitchFamily="2" charset="0"/>
            </a:endParaRPr>
          </a:p>
          <a:p>
            <a:pPr algn="l"/>
            <a:r>
              <a:rPr lang="en-US" sz="2200" i="0">
                <a:solidFill>
                  <a:srgbClr val="444444"/>
                </a:solidFill>
                <a:effectLst/>
                <a:latin typeface="Poppins" panose="00000500000000000000" pitchFamily="2" charset="0"/>
                <a:cs typeface="Poppins" panose="00000500000000000000" pitchFamily="2" charset="0"/>
              </a:rPr>
              <a:t>Company Information </a:t>
            </a:r>
          </a:p>
          <a:p>
            <a:pPr lvl="1"/>
            <a:r>
              <a:rPr lang="en-US" sz="1900" i="0">
                <a:solidFill>
                  <a:srgbClr val="444444"/>
                </a:solidFill>
                <a:effectLst/>
                <a:latin typeface="Poppins" panose="00000500000000000000" pitchFamily="2" charset="0"/>
                <a:cs typeface="Poppins" panose="00000500000000000000" pitchFamily="2" charset="0"/>
              </a:rPr>
              <a:t>Company Experience</a:t>
            </a:r>
          </a:p>
          <a:p>
            <a:pPr lvl="1"/>
            <a:r>
              <a:rPr lang="en-US" sz="1900" i="0">
                <a:solidFill>
                  <a:srgbClr val="444444"/>
                </a:solidFill>
                <a:effectLst/>
                <a:latin typeface="Poppins" panose="00000500000000000000" pitchFamily="2" charset="0"/>
                <a:cs typeface="Poppins" panose="00000500000000000000" pitchFamily="2" charset="0"/>
              </a:rPr>
              <a:t>Overview of Our Company</a:t>
            </a:r>
          </a:p>
          <a:p>
            <a:pPr lvl="1"/>
            <a:r>
              <a:rPr lang="en-US" sz="1900" i="0">
                <a:solidFill>
                  <a:srgbClr val="444444"/>
                </a:solidFill>
                <a:effectLst/>
                <a:latin typeface="Poppins" panose="00000500000000000000" pitchFamily="2" charset="0"/>
                <a:cs typeface="Poppins" panose="00000500000000000000" pitchFamily="2" charset="0"/>
              </a:rPr>
              <a:t>Key Strengths</a:t>
            </a:r>
          </a:p>
          <a:p>
            <a:pPr algn="l"/>
            <a:endParaRPr lang="en-US" sz="2200" i="0">
              <a:solidFill>
                <a:srgbClr val="444444"/>
              </a:solidFill>
              <a:effectLst/>
              <a:latin typeface="Poppins" panose="00000500000000000000" pitchFamily="2" charset="0"/>
              <a:cs typeface="Poppins" panose="00000500000000000000" pitchFamily="2" charset="0"/>
            </a:endParaRPr>
          </a:p>
          <a:p>
            <a:pPr algn="l"/>
            <a:r>
              <a:rPr lang="en-US" sz="2200">
                <a:solidFill>
                  <a:srgbClr val="444444"/>
                </a:solidFill>
                <a:latin typeface="Poppins" panose="00000500000000000000" pitchFamily="2" charset="0"/>
                <a:cs typeface="Poppins" panose="00000500000000000000" pitchFamily="2" charset="0"/>
              </a:rPr>
              <a:t>Overview of Our Proposal</a:t>
            </a:r>
            <a:endParaRPr lang="en-US" sz="2200" i="0">
              <a:solidFill>
                <a:srgbClr val="444444"/>
              </a:solidFill>
              <a:effectLst/>
              <a:latin typeface="Poppins" panose="00000500000000000000" pitchFamily="2" charset="0"/>
              <a:cs typeface="Poppins" panose="00000500000000000000" pitchFamily="2" charset="0"/>
            </a:endParaRPr>
          </a:p>
          <a:p>
            <a:pPr lvl="1"/>
            <a:r>
              <a:rPr lang="en-US" sz="1900">
                <a:solidFill>
                  <a:srgbClr val="444444"/>
                </a:solidFill>
                <a:latin typeface="Poppins" panose="00000500000000000000" pitchFamily="2" charset="0"/>
                <a:cs typeface="Poppins" panose="00000500000000000000" pitchFamily="2" charset="0"/>
              </a:rPr>
              <a:t>Experience and familiarity with the program</a:t>
            </a:r>
            <a:endParaRPr lang="en-US" sz="2400" kern="0"/>
          </a:p>
          <a:p>
            <a:pPr marL="514350" indent="-514350">
              <a:lnSpc>
                <a:spcPct val="150000"/>
              </a:lnSpc>
              <a:buFont typeface="+mj-lt"/>
              <a:buAutoNum type="romanUcPeriod"/>
            </a:pPr>
            <a:endParaRPr lang="en-US" sz="2000" kern="0"/>
          </a:p>
        </p:txBody>
      </p:sp>
    </p:spTree>
    <p:extLst>
      <p:ext uri="{BB962C8B-B14F-4D97-AF65-F5344CB8AC3E}">
        <p14:creationId xmlns:p14="http://schemas.microsoft.com/office/powerpoint/2010/main" val="21409224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a:extLst>
              <a:ext uri="{FF2B5EF4-FFF2-40B4-BE49-F238E27FC236}">
                <a16:creationId xmlns:a16="http://schemas.microsoft.com/office/drawing/2014/main" id="{56A290B0-F614-C246-BA8A-8498E0D23D19}"/>
              </a:ext>
            </a:extLst>
          </p:cNvPr>
          <p:cNvSpPr/>
          <p:nvPr/>
        </p:nvSpPr>
        <p:spPr>
          <a:xfrm>
            <a:off x="-8053" y="324411"/>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latin typeface="Bebas Neue" panose="020B0606020202050201" pitchFamily="34" charset="77"/>
              </a:rPr>
              <a:t>Example:</a:t>
            </a:r>
          </a:p>
          <a:p>
            <a:pPr algn="ctr"/>
            <a:r>
              <a:rPr lang="en-US" sz="3000" dirty="0">
                <a:solidFill>
                  <a:schemeClr val="bg1"/>
                </a:solidFill>
                <a:latin typeface="Bebas Neue" panose="020B0606020202050201" pitchFamily="34" charset="77"/>
              </a:rPr>
              <a:t>Answer the question</a:t>
            </a:r>
          </a:p>
        </p:txBody>
      </p:sp>
      <p:sp>
        <p:nvSpPr>
          <p:cNvPr id="4" name="Content Placeholder 3">
            <a:extLst>
              <a:ext uri="{FF2B5EF4-FFF2-40B4-BE49-F238E27FC236}">
                <a16:creationId xmlns:a16="http://schemas.microsoft.com/office/drawing/2014/main" id="{B9607FF9-E561-6358-3545-A18C007EAD95}"/>
              </a:ext>
            </a:extLst>
          </p:cNvPr>
          <p:cNvSpPr txBox="1">
            <a:spLocks/>
          </p:cNvSpPr>
          <p:nvPr/>
        </p:nvSpPr>
        <p:spPr>
          <a:xfrm>
            <a:off x="2490537" y="1816768"/>
            <a:ext cx="8868405" cy="4295274"/>
          </a:xfrm>
          <a:prstGeom prst="rect">
            <a:avLst/>
          </a:prstGeom>
        </p:spPr>
        <p:txBody>
          <a:bodyPr vert="horz">
            <a:normAutofit/>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pPr algn="l"/>
            <a:r>
              <a:rPr lang="en-US" sz="2800" b="1" i="0" dirty="0">
                <a:solidFill>
                  <a:srgbClr val="1D1C1D"/>
                </a:solidFill>
                <a:effectLst/>
                <a:latin typeface="Slack-Lato"/>
              </a:rPr>
              <a:t>Q: Describe your </a:t>
            </a:r>
            <a:r>
              <a:rPr lang="en-US" sz="2800" b="1" i="0" u="sng" dirty="0">
                <a:solidFill>
                  <a:srgbClr val="1D1C1D"/>
                </a:solidFill>
                <a:effectLst/>
                <a:latin typeface="Slack-Lato"/>
              </a:rPr>
              <a:t>ability</a:t>
            </a:r>
            <a:r>
              <a:rPr lang="en-US" sz="2800" b="1" i="0" dirty="0">
                <a:solidFill>
                  <a:srgbClr val="1D1C1D"/>
                </a:solidFill>
                <a:effectLst/>
                <a:latin typeface="Slack-Lato"/>
              </a:rPr>
              <a:t>, </a:t>
            </a:r>
            <a:r>
              <a:rPr lang="en-US" sz="2800" b="1" i="0" u="sng" dirty="0">
                <a:solidFill>
                  <a:srgbClr val="1D1C1D"/>
                </a:solidFill>
                <a:effectLst/>
                <a:latin typeface="Slack-Lato"/>
              </a:rPr>
              <a:t>capacity</a:t>
            </a:r>
            <a:r>
              <a:rPr lang="en-US" sz="2800" b="1" i="0" dirty="0">
                <a:solidFill>
                  <a:srgbClr val="1D1C1D"/>
                </a:solidFill>
                <a:effectLst/>
                <a:latin typeface="Slack-Lato"/>
              </a:rPr>
              <a:t> and </a:t>
            </a:r>
            <a:r>
              <a:rPr lang="en-US" sz="2800" b="1" i="0" u="sng" dirty="0">
                <a:solidFill>
                  <a:srgbClr val="1D1C1D"/>
                </a:solidFill>
                <a:effectLst/>
                <a:latin typeface="Slack-Lato"/>
              </a:rPr>
              <a:t>skill</a:t>
            </a:r>
            <a:r>
              <a:rPr lang="en-US" sz="2800" b="1" i="0" dirty="0">
                <a:solidFill>
                  <a:srgbClr val="1D1C1D"/>
                </a:solidFill>
                <a:effectLst/>
                <a:latin typeface="Slack-Lato"/>
              </a:rPr>
              <a:t> to perform the contract.</a:t>
            </a:r>
          </a:p>
          <a:p>
            <a:endParaRPr lang="en-US" sz="2400" kern="0" dirty="0"/>
          </a:p>
          <a:p>
            <a:endParaRPr lang="en-US" sz="2400" kern="0" dirty="0"/>
          </a:p>
          <a:p>
            <a:pPr marL="514350" indent="-514350">
              <a:lnSpc>
                <a:spcPct val="150000"/>
              </a:lnSpc>
              <a:buFont typeface="+mj-lt"/>
              <a:buAutoNum type="romanUcPeriod"/>
            </a:pPr>
            <a:endParaRPr lang="en-US" sz="2000" kern="0" dirty="0"/>
          </a:p>
        </p:txBody>
      </p:sp>
      <p:pic>
        <p:nvPicPr>
          <p:cNvPr id="3" name="Picture 2" descr="A picture containing text&#10;&#10;Description automatically generated">
            <a:extLst>
              <a:ext uri="{FF2B5EF4-FFF2-40B4-BE49-F238E27FC236}">
                <a16:creationId xmlns:a16="http://schemas.microsoft.com/office/drawing/2014/main" id="{B9662217-E6A4-AEEF-1794-F7C814F4A476}"/>
              </a:ext>
            </a:extLst>
          </p:cNvPr>
          <p:cNvPicPr>
            <a:picLocks noChangeAspect="1"/>
          </p:cNvPicPr>
          <p:nvPr/>
        </p:nvPicPr>
        <p:blipFill>
          <a:blip r:embed="rId3"/>
          <a:stretch>
            <a:fillRect/>
          </a:stretch>
        </p:blipFill>
        <p:spPr>
          <a:xfrm>
            <a:off x="10785986" y="5534746"/>
            <a:ext cx="1091713" cy="1097112"/>
          </a:xfrm>
          <a:prstGeom prst="rect">
            <a:avLst/>
          </a:prstGeom>
        </p:spPr>
      </p:pic>
    </p:spTree>
    <p:extLst>
      <p:ext uri="{BB962C8B-B14F-4D97-AF65-F5344CB8AC3E}">
        <p14:creationId xmlns:p14="http://schemas.microsoft.com/office/powerpoint/2010/main" val="4119705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a:extLst>
              <a:ext uri="{FF2B5EF4-FFF2-40B4-BE49-F238E27FC236}">
                <a16:creationId xmlns:a16="http://schemas.microsoft.com/office/drawing/2014/main" id="{56A290B0-F614-C246-BA8A-8498E0D23D19}"/>
              </a:ext>
            </a:extLst>
          </p:cNvPr>
          <p:cNvSpPr/>
          <p:nvPr/>
        </p:nvSpPr>
        <p:spPr>
          <a:xfrm>
            <a:off x="-8053" y="324411"/>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latin typeface="Bebas Neue" panose="020B0606020202050201" pitchFamily="34" charset="77"/>
              </a:rPr>
              <a:t>Example:</a:t>
            </a:r>
          </a:p>
          <a:p>
            <a:pPr algn="ctr"/>
            <a:r>
              <a:rPr lang="en-US" sz="3000" dirty="0">
                <a:solidFill>
                  <a:schemeClr val="bg1"/>
                </a:solidFill>
                <a:latin typeface="Bebas Neue" panose="020B0606020202050201" pitchFamily="34" charset="77"/>
              </a:rPr>
              <a:t>Answer the question</a:t>
            </a:r>
          </a:p>
        </p:txBody>
      </p:sp>
      <p:sp>
        <p:nvSpPr>
          <p:cNvPr id="4" name="Content Placeholder 3">
            <a:extLst>
              <a:ext uri="{FF2B5EF4-FFF2-40B4-BE49-F238E27FC236}">
                <a16:creationId xmlns:a16="http://schemas.microsoft.com/office/drawing/2014/main" id="{B9607FF9-E561-6358-3545-A18C007EAD95}"/>
              </a:ext>
            </a:extLst>
          </p:cNvPr>
          <p:cNvSpPr txBox="1">
            <a:spLocks/>
          </p:cNvSpPr>
          <p:nvPr/>
        </p:nvSpPr>
        <p:spPr>
          <a:xfrm>
            <a:off x="2490537" y="1828800"/>
            <a:ext cx="8868405" cy="4295274"/>
          </a:xfrm>
          <a:prstGeom prst="rect">
            <a:avLst/>
          </a:prstGeom>
        </p:spPr>
        <p:txBody>
          <a:bodyPr vert="horz">
            <a:normAutofit fontScale="85000" lnSpcReduction="2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pPr algn="l"/>
            <a:r>
              <a:rPr lang="en-US" sz="3300" b="1" i="0" dirty="0">
                <a:solidFill>
                  <a:srgbClr val="1D1C1D"/>
                </a:solidFill>
                <a:effectLst/>
                <a:latin typeface="Slack-Lato"/>
              </a:rPr>
              <a:t>Q: Describe your ability, capacity and skill to perform the contract.</a:t>
            </a:r>
          </a:p>
          <a:p>
            <a:pPr algn="l"/>
            <a:endParaRPr lang="en-US" sz="2200" i="0" dirty="0">
              <a:solidFill>
                <a:srgbClr val="1D1C1D"/>
              </a:solidFill>
              <a:effectLst/>
              <a:latin typeface="Slack-Lato"/>
            </a:endParaRPr>
          </a:p>
          <a:p>
            <a:pPr algn="l"/>
            <a:r>
              <a:rPr lang="en-US" sz="2400" b="1" i="0" dirty="0">
                <a:solidFill>
                  <a:srgbClr val="1D1C1D"/>
                </a:solidFill>
                <a:effectLst/>
                <a:latin typeface="Slack-Lato"/>
              </a:rPr>
              <a:t>A: </a:t>
            </a:r>
            <a:r>
              <a:rPr lang="en-US" sz="2400" i="0" dirty="0">
                <a:solidFill>
                  <a:srgbClr val="1D1C1D"/>
                </a:solidFill>
                <a:effectLst/>
                <a:latin typeface="Slack-Lato"/>
              </a:rPr>
              <a:t>TheBestCompany is the single best firm to perform this contract based on the following: </a:t>
            </a:r>
          </a:p>
          <a:p>
            <a:pPr algn="l"/>
            <a:endParaRPr lang="en-US" sz="2400" i="0" dirty="0">
              <a:solidFill>
                <a:srgbClr val="1D1C1D"/>
              </a:solidFill>
              <a:effectLst/>
              <a:latin typeface="Slack-Lato"/>
            </a:endParaRPr>
          </a:p>
          <a:p>
            <a:pPr marL="342900" indent="-342900" algn="l">
              <a:buFont typeface="Arial" panose="020B0604020202020204" pitchFamily="34" charset="0"/>
              <a:buChar char="•"/>
            </a:pPr>
            <a:r>
              <a:rPr lang="en-US" sz="2400" b="1" i="0" dirty="0">
                <a:solidFill>
                  <a:srgbClr val="1D1C1D"/>
                </a:solidFill>
                <a:effectLst/>
                <a:latin typeface="Slack-Lato"/>
              </a:rPr>
              <a:t>Ability</a:t>
            </a:r>
            <a:r>
              <a:rPr lang="en-US" sz="2400" i="0" dirty="0">
                <a:solidFill>
                  <a:srgbClr val="1D1C1D"/>
                </a:solidFill>
                <a:effectLst/>
                <a:latin typeface="Slack-Lato"/>
              </a:rPr>
              <a:t> and </a:t>
            </a:r>
            <a:r>
              <a:rPr lang="en-US" sz="2400" b="1" i="0" dirty="0">
                <a:solidFill>
                  <a:srgbClr val="1D1C1D"/>
                </a:solidFill>
                <a:effectLst/>
                <a:latin typeface="Slack-Lato"/>
              </a:rPr>
              <a:t>Skill</a:t>
            </a:r>
            <a:r>
              <a:rPr lang="en-US" sz="2400" i="0" dirty="0">
                <a:solidFill>
                  <a:srgbClr val="1D1C1D"/>
                </a:solidFill>
                <a:effectLst/>
                <a:latin typeface="Slack-Lato"/>
              </a:rPr>
              <a:t>:</a:t>
            </a:r>
          </a:p>
          <a:p>
            <a:pPr marL="1085850" lvl="1" indent="-342900">
              <a:buFont typeface="Arial" panose="020B0604020202020204" pitchFamily="34" charset="0"/>
              <a:buChar char="•"/>
            </a:pPr>
            <a:r>
              <a:rPr lang="en-US" sz="2400" i="0" dirty="0">
                <a:solidFill>
                  <a:srgbClr val="1D1C1D"/>
                </a:solidFill>
                <a:effectLst/>
                <a:latin typeface="Slack-Lato"/>
              </a:rPr>
              <a:t>Over 20 dedicated staff with the educational background, industry-specific experience, and proven client testimonials;</a:t>
            </a:r>
          </a:p>
          <a:p>
            <a:pPr marL="1085850" lvl="1" indent="-342900">
              <a:buFont typeface="Arial" panose="020B0604020202020204" pitchFamily="34" charset="0"/>
              <a:buChar char="•"/>
            </a:pPr>
            <a:r>
              <a:rPr lang="en-US" sz="2400" i="0" dirty="0">
                <a:solidFill>
                  <a:srgbClr val="1D1C1D"/>
                </a:solidFill>
                <a:effectLst/>
                <a:latin typeface="Slack-Lato"/>
              </a:rPr>
              <a:t>Over 30 years of firm experience with clients in 40 states; </a:t>
            </a:r>
          </a:p>
          <a:p>
            <a:pPr marL="1085850" lvl="1" indent="-342900">
              <a:buFont typeface="Arial" panose="020B0604020202020204" pitchFamily="34" charset="0"/>
              <a:buChar char="•"/>
            </a:pPr>
            <a:r>
              <a:rPr lang="en-US" sz="2400" i="0" dirty="0">
                <a:solidFill>
                  <a:srgbClr val="1D1C1D"/>
                </a:solidFill>
                <a:effectLst/>
                <a:latin typeface="Slack-Lato"/>
              </a:rPr>
              <a:t>Direct experience with all areas outlined in the Scope of Work</a:t>
            </a:r>
          </a:p>
          <a:p>
            <a:pPr marL="342900" indent="-342900" algn="l">
              <a:buFont typeface="Arial" panose="020B0604020202020204" pitchFamily="34" charset="0"/>
              <a:buChar char="•"/>
            </a:pPr>
            <a:r>
              <a:rPr lang="en-US" sz="2400" b="1" i="0" dirty="0">
                <a:solidFill>
                  <a:srgbClr val="1D1C1D"/>
                </a:solidFill>
                <a:effectLst/>
                <a:latin typeface="Slack-Lato"/>
              </a:rPr>
              <a:t>Capacity</a:t>
            </a:r>
            <a:r>
              <a:rPr lang="en-US" sz="2400" i="0" dirty="0">
                <a:solidFill>
                  <a:srgbClr val="1D1C1D"/>
                </a:solidFill>
                <a:effectLst/>
                <a:latin typeface="Slack-Lato"/>
              </a:rPr>
              <a:t>:</a:t>
            </a:r>
          </a:p>
          <a:p>
            <a:pPr marL="1085850" lvl="1" indent="-342900">
              <a:buFont typeface="Arial" panose="020B0604020202020204" pitchFamily="34" charset="0"/>
              <a:buChar char="•"/>
            </a:pPr>
            <a:r>
              <a:rPr lang="en-US" sz="2400" i="0" dirty="0">
                <a:solidFill>
                  <a:srgbClr val="1D1C1D"/>
                </a:solidFill>
                <a:effectLst/>
                <a:latin typeface="Slack-Lato"/>
              </a:rPr>
              <a:t>The team proposed has the capacity to fulfill this contract </a:t>
            </a:r>
            <a:br>
              <a:rPr lang="en-US" sz="2400" i="0" dirty="0">
                <a:solidFill>
                  <a:srgbClr val="1D1C1D"/>
                </a:solidFill>
                <a:effectLst/>
                <a:latin typeface="Slack-Lato"/>
              </a:rPr>
            </a:br>
            <a:r>
              <a:rPr lang="en-US" sz="2400" i="0" dirty="0">
                <a:solidFill>
                  <a:srgbClr val="1D1C1D"/>
                </a:solidFill>
                <a:effectLst/>
                <a:latin typeface="Slack-Lato"/>
              </a:rPr>
              <a:t>and provide an excellent level of service. </a:t>
            </a:r>
          </a:p>
          <a:p>
            <a:pPr marL="342900" indent="-342900">
              <a:buFont typeface="Wingdings" panose="05000000000000000000" pitchFamily="2" charset="2"/>
              <a:buChar char="v"/>
            </a:pPr>
            <a:endParaRPr lang="en-US" sz="2400" kern="0" dirty="0"/>
          </a:p>
          <a:p>
            <a:endParaRPr lang="en-US" sz="2400" kern="0" dirty="0"/>
          </a:p>
          <a:p>
            <a:pPr marL="514350" indent="-514350">
              <a:lnSpc>
                <a:spcPct val="150000"/>
              </a:lnSpc>
              <a:buFont typeface="+mj-lt"/>
              <a:buAutoNum type="romanUcPeriod"/>
            </a:pPr>
            <a:endParaRPr lang="en-US" sz="2000" kern="0" dirty="0"/>
          </a:p>
        </p:txBody>
      </p:sp>
      <p:pic>
        <p:nvPicPr>
          <p:cNvPr id="3" name="Graphic 2" descr="Bullseye with solid fill">
            <a:extLst>
              <a:ext uri="{FF2B5EF4-FFF2-40B4-BE49-F238E27FC236}">
                <a16:creationId xmlns:a16="http://schemas.microsoft.com/office/drawing/2014/main" id="{0AD68BA6-D839-E9EA-4D9E-357D9BFA25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7799" y="1675912"/>
            <a:ext cx="914400" cy="91440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8C464C3D-E7D6-9534-AB68-487720281428}"/>
              </a:ext>
            </a:extLst>
          </p:cNvPr>
          <p:cNvPicPr>
            <a:picLocks noChangeAspect="1"/>
          </p:cNvPicPr>
          <p:nvPr/>
        </p:nvPicPr>
        <p:blipFill>
          <a:blip r:embed="rId5"/>
          <a:stretch>
            <a:fillRect/>
          </a:stretch>
        </p:blipFill>
        <p:spPr>
          <a:xfrm>
            <a:off x="10785986" y="5534746"/>
            <a:ext cx="1091713" cy="1097112"/>
          </a:xfrm>
          <a:prstGeom prst="rect">
            <a:avLst/>
          </a:prstGeom>
        </p:spPr>
      </p:pic>
    </p:spTree>
    <p:extLst>
      <p:ext uri="{BB962C8B-B14F-4D97-AF65-F5344CB8AC3E}">
        <p14:creationId xmlns:p14="http://schemas.microsoft.com/office/powerpoint/2010/main" val="950118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BF9B8B5-25D4-4A35-B10D-398CF249F0ED}"/>
              </a:ext>
            </a:extLst>
          </p:cNvPr>
          <p:cNvPicPr>
            <a:picLocks noChangeAspect="1"/>
          </p:cNvPicPr>
          <p:nvPr/>
        </p:nvPicPr>
        <p:blipFill>
          <a:blip r:embed="rId3"/>
          <a:stretch>
            <a:fillRect/>
          </a:stretch>
        </p:blipFill>
        <p:spPr>
          <a:xfrm>
            <a:off x="10785986" y="5534746"/>
            <a:ext cx="1091713" cy="1097112"/>
          </a:xfrm>
          <a:prstGeom prst="rect">
            <a:avLst/>
          </a:prstGeom>
        </p:spPr>
      </p:pic>
      <p:sp>
        <p:nvSpPr>
          <p:cNvPr id="6" name="TextBox 5">
            <a:extLst>
              <a:ext uri="{FF2B5EF4-FFF2-40B4-BE49-F238E27FC236}">
                <a16:creationId xmlns:a16="http://schemas.microsoft.com/office/drawing/2014/main" id="{BE12E763-E00A-DDC2-C04D-616CC728AC99}"/>
              </a:ext>
            </a:extLst>
          </p:cNvPr>
          <p:cNvSpPr txBox="1"/>
          <p:nvPr/>
        </p:nvSpPr>
        <p:spPr>
          <a:xfrm>
            <a:off x="341196" y="1333927"/>
            <a:ext cx="10913380" cy="523220"/>
          </a:xfrm>
          <a:prstGeom prst="rect">
            <a:avLst/>
          </a:prstGeom>
          <a:noFill/>
        </p:spPr>
        <p:txBody>
          <a:bodyPr wrap="square" rtlCol="0">
            <a:spAutoFit/>
          </a:bodyPr>
          <a:lstStyle/>
          <a:p>
            <a:pPr algn="l"/>
            <a:r>
              <a:rPr lang="en-US" sz="2800" i="0" dirty="0">
                <a:solidFill>
                  <a:srgbClr val="1D1C1D"/>
                </a:solidFill>
                <a:effectLst/>
                <a:latin typeface="Slack-Lato"/>
              </a:rPr>
              <a:t>3. Focusing too much on yourself instead of the solution</a:t>
            </a:r>
          </a:p>
        </p:txBody>
      </p:sp>
      <p:sp>
        <p:nvSpPr>
          <p:cNvPr id="2" name="TextBox 1">
            <a:extLst>
              <a:ext uri="{FF2B5EF4-FFF2-40B4-BE49-F238E27FC236}">
                <a16:creationId xmlns:a16="http://schemas.microsoft.com/office/drawing/2014/main" id="{A1FA99DD-3F5D-B5AF-91A8-1B1CF62CEB01}"/>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Answering the Questions</a:t>
            </a:r>
          </a:p>
        </p:txBody>
      </p:sp>
    </p:spTree>
    <p:extLst>
      <p:ext uri="{BB962C8B-B14F-4D97-AF65-F5344CB8AC3E}">
        <p14:creationId xmlns:p14="http://schemas.microsoft.com/office/powerpoint/2010/main" val="316568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BF9B8B5-25D4-4A35-B10D-398CF249F0ED}"/>
              </a:ext>
            </a:extLst>
          </p:cNvPr>
          <p:cNvPicPr>
            <a:picLocks noChangeAspect="1"/>
          </p:cNvPicPr>
          <p:nvPr/>
        </p:nvPicPr>
        <p:blipFill>
          <a:blip r:embed="rId3"/>
          <a:stretch>
            <a:fillRect/>
          </a:stretch>
        </p:blipFill>
        <p:spPr>
          <a:xfrm>
            <a:off x="10785986" y="5534746"/>
            <a:ext cx="1091713" cy="1097112"/>
          </a:xfrm>
          <a:prstGeom prst="rect">
            <a:avLst/>
          </a:prstGeom>
        </p:spPr>
      </p:pic>
      <p:sp>
        <p:nvSpPr>
          <p:cNvPr id="6" name="TextBox 5">
            <a:extLst>
              <a:ext uri="{FF2B5EF4-FFF2-40B4-BE49-F238E27FC236}">
                <a16:creationId xmlns:a16="http://schemas.microsoft.com/office/drawing/2014/main" id="{BE12E763-E00A-DDC2-C04D-616CC728AC99}"/>
              </a:ext>
            </a:extLst>
          </p:cNvPr>
          <p:cNvSpPr txBox="1"/>
          <p:nvPr/>
        </p:nvSpPr>
        <p:spPr>
          <a:xfrm>
            <a:off x="341196" y="1333927"/>
            <a:ext cx="10913380" cy="3600986"/>
          </a:xfrm>
          <a:prstGeom prst="rect">
            <a:avLst/>
          </a:prstGeom>
          <a:noFill/>
        </p:spPr>
        <p:txBody>
          <a:bodyPr wrap="square" rtlCol="0">
            <a:spAutoFit/>
          </a:bodyPr>
          <a:lstStyle/>
          <a:p>
            <a:pPr algn="ctr"/>
            <a:r>
              <a:rPr lang="en-US" sz="4000" i="0" dirty="0">
                <a:solidFill>
                  <a:srgbClr val="1D1C1D"/>
                </a:solidFill>
                <a:effectLst/>
                <a:latin typeface="Slack-Lato"/>
              </a:rPr>
              <a:t>IT IS NOT ABOUT YOU</a:t>
            </a:r>
          </a:p>
          <a:p>
            <a:pPr algn="ctr"/>
            <a:r>
              <a:rPr lang="en-US" sz="4000" i="0" dirty="0">
                <a:solidFill>
                  <a:srgbClr val="1D1C1D"/>
                </a:solidFill>
                <a:effectLst/>
                <a:latin typeface="Slack-Lato"/>
              </a:rPr>
              <a:t>IT IS NOT ABOUT YOU</a:t>
            </a:r>
          </a:p>
          <a:p>
            <a:pPr algn="ctr"/>
            <a:r>
              <a:rPr lang="en-US" sz="4000" i="0" dirty="0">
                <a:solidFill>
                  <a:srgbClr val="1D1C1D"/>
                </a:solidFill>
                <a:effectLst/>
                <a:latin typeface="Slack-Lato"/>
              </a:rPr>
              <a:t>IT IS NOT ABOUT YOU</a:t>
            </a:r>
          </a:p>
          <a:p>
            <a:pPr algn="ctr"/>
            <a:endParaRPr lang="en-US" sz="2800" i="0" dirty="0">
              <a:solidFill>
                <a:srgbClr val="1D1C1D"/>
              </a:solidFill>
              <a:effectLst/>
              <a:latin typeface="Slack-Lato"/>
            </a:endParaRPr>
          </a:p>
          <a:p>
            <a:pPr algn="ctr"/>
            <a:r>
              <a:rPr lang="en-US" sz="4000" i="0" dirty="0">
                <a:solidFill>
                  <a:srgbClr val="FF440B"/>
                </a:solidFill>
                <a:effectLst/>
                <a:latin typeface="Slack-Lato"/>
              </a:rPr>
              <a:t>HINT:</a:t>
            </a:r>
          </a:p>
          <a:p>
            <a:pPr algn="ctr"/>
            <a:r>
              <a:rPr lang="en-US" sz="4000" i="0" dirty="0">
                <a:solidFill>
                  <a:srgbClr val="FF440B"/>
                </a:solidFill>
                <a:effectLst/>
                <a:latin typeface="Slack-Lato"/>
              </a:rPr>
              <a:t>It isn’t about you</a:t>
            </a:r>
          </a:p>
        </p:txBody>
      </p:sp>
      <p:sp>
        <p:nvSpPr>
          <p:cNvPr id="3" name="TextBox 2">
            <a:extLst>
              <a:ext uri="{FF2B5EF4-FFF2-40B4-BE49-F238E27FC236}">
                <a16:creationId xmlns:a16="http://schemas.microsoft.com/office/drawing/2014/main" id="{54D8697C-D453-1686-0FA8-01F66C4540B4}"/>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Answering the Questions</a:t>
            </a:r>
          </a:p>
        </p:txBody>
      </p:sp>
    </p:spTree>
    <p:extLst>
      <p:ext uri="{BB962C8B-B14F-4D97-AF65-F5344CB8AC3E}">
        <p14:creationId xmlns:p14="http://schemas.microsoft.com/office/powerpoint/2010/main" val="3991449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BF9B8B5-25D4-4A35-B10D-398CF249F0ED}"/>
              </a:ext>
            </a:extLst>
          </p:cNvPr>
          <p:cNvPicPr>
            <a:picLocks noChangeAspect="1"/>
          </p:cNvPicPr>
          <p:nvPr/>
        </p:nvPicPr>
        <p:blipFill>
          <a:blip r:embed="rId3"/>
          <a:stretch>
            <a:fillRect/>
          </a:stretch>
        </p:blipFill>
        <p:spPr>
          <a:xfrm>
            <a:off x="10785986" y="5534746"/>
            <a:ext cx="1091713" cy="1097112"/>
          </a:xfrm>
          <a:prstGeom prst="rect">
            <a:avLst/>
          </a:prstGeom>
        </p:spPr>
      </p:pic>
      <p:sp>
        <p:nvSpPr>
          <p:cNvPr id="2" name="TextBox 1">
            <a:extLst>
              <a:ext uri="{FF2B5EF4-FFF2-40B4-BE49-F238E27FC236}">
                <a16:creationId xmlns:a16="http://schemas.microsoft.com/office/drawing/2014/main" id="{DA334D7F-6CF6-CC83-0D75-30992F7ABD77}"/>
              </a:ext>
            </a:extLst>
          </p:cNvPr>
          <p:cNvSpPr txBox="1"/>
          <p:nvPr/>
        </p:nvSpPr>
        <p:spPr>
          <a:xfrm>
            <a:off x="341196" y="1333927"/>
            <a:ext cx="10913380" cy="2677656"/>
          </a:xfrm>
          <a:prstGeom prst="rect">
            <a:avLst/>
          </a:prstGeom>
          <a:noFill/>
        </p:spPr>
        <p:txBody>
          <a:bodyPr wrap="square" rtlCol="0">
            <a:spAutoFit/>
          </a:bodyPr>
          <a:lstStyle/>
          <a:p>
            <a:pPr algn="l"/>
            <a:endParaRPr lang="en-US" sz="2800" i="0" dirty="0">
              <a:solidFill>
                <a:srgbClr val="1D1C1D"/>
              </a:solidFill>
              <a:effectLst/>
              <a:latin typeface="Slack-Lato"/>
            </a:endParaRPr>
          </a:p>
          <a:p>
            <a:pPr marL="457200" indent="-457200" algn="l">
              <a:buFont typeface="Arial" panose="020B0604020202020204" pitchFamily="34" charset="0"/>
              <a:buChar char="•"/>
            </a:pPr>
            <a:r>
              <a:rPr lang="en-US" sz="2800" i="0" dirty="0">
                <a:solidFill>
                  <a:srgbClr val="1D1C1D"/>
                </a:solidFill>
                <a:effectLst/>
                <a:latin typeface="Slack-Lato"/>
              </a:rPr>
              <a:t>It usually sounds something like this: “We help you….”</a:t>
            </a:r>
          </a:p>
          <a:p>
            <a:pPr marL="457200" indent="-457200" algn="l">
              <a:buFont typeface="Arial" panose="020B0604020202020204" pitchFamily="34" charset="0"/>
              <a:buChar char="•"/>
            </a:pPr>
            <a:endParaRPr lang="en-US" sz="2800" i="0" dirty="0">
              <a:solidFill>
                <a:srgbClr val="1D1C1D"/>
              </a:solidFill>
              <a:effectLst/>
              <a:latin typeface="Slack-Lato"/>
            </a:endParaRPr>
          </a:p>
          <a:p>
            <a:pPr marL="457200" indent="-457200" algn="l">
              <a:buFont typeface="Arial" panose="020B0604020202020204" pitchFamily="34" charset="0"/>
              <a:buChar char="•"/>
            </a:pPr>
            <a:r>
              <a:rPr lang="en-US" sz="2800" i="0" dirty="0">
                <a:solidFill>
                  <a:srgbClr val="1D1C1D"/>
                </a:solidFill>
                <a:effectLst/>
                <a:latin typeface="Slack-Lato"/>
              </a:rPr>
              <a:t>Speak TO them and their need/goal/objective, instead of about you</a:t>
            </a:r>
          </a:p>
          <a:p>
            <a:pPr marL="342900" indent="-342900" algn="l">
              <a:buFont typeface="+mj-lt"/>
              <a:buAutoNum type="arabicPeriod"/>
            </a:pPr>
            <a:endParaRPr lang="en-US" sz="2800" i="0" dirty="0">
              <a:solidFill>
                <a:srgbClr val="1D1C1D"/>
              </a:solidFill>
              <a:effectLst/>
              <a:latin typeface="Slack-Lato"/>
            </a:endParaRPr>
          </a:p>
          <a:p>
            <a:pPr marL="342900" indent="-342900">
              <a:buFont typeface="Arial" panose="020B0604020202020204" pitchFamily="34" charset="0"/>
              <a:buChar char="•"/>
            </a:pPr>
            <a:endParaRPr lang="en-US" sz="2800" b="0" i="0" dirty="0">
              <a:solidFill>
                <a:srgbClr val="444444"/>
              </a:solidFill>
              <a:effectLst/>
              <a:latin typeface="open_sansregular"/>
            </a:endParaRPr>
          </a:p>
        </p:txBody>
      </p:sp>
      <p:sp>
        <p:nvSpPr>
          <p:cNvPr id="4" name="TextBox 3">
            <a:extLst>
              <a:ext uri="{FF2B5EF4-FFF2-40B4-BE49-F238E27FC236}">
                <a16:creationId xmlns:a16="http://schemas.microsoft.com/office/drawing/2014/main" id="{609310A4-E27E-3E67-1F68-AEEF791E54C9}"/>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Answering the Questions</a:t>
            </a:r>
          </a:p>
        </p:txBody>
      </p:sp>
    </p:spTree>
    <p:extLst>
      <p:ext uri="{BB962C8B-B14F-4D97-AF65-F5344CB8AC3E}">
        <p14:creationId xmlns:p14="http://schemas.microsoft.com/office/powerpoint/2010/main" val="107291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a:extLst>
              <a:ext uri="{FF2B5EF4-FFF2-40B4-BE49-F238E27FC236}">
                <a16:creationId xmlns:a16="http://schemas.microsoft.com/office/drawing/2014/main" id="{56A290B0-F614-C246-BA8A-8498E0D23D19}"/>
              </a:ext>
            </a:extLst>
          </p:cNvPr>
          <p:cNvSpPr/>
          <p:nvPr/>
        </p:nvSpPr>
        <p:spPr>
          <a:xfrm>
            <a:off x="-8053" y="324411"/>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latin typeface="Bebas Neue" panose="020B0606020202050201" pitchFamily="34" charset="77"/>
              </a:rPr>
              <a:t>Instead…</a:t>
            </a:r>
          </a:p>
        </p:txBody>
      </p:sp>
      <p:sp>
        <p:nvSpPr>
          <p:cNvPr id="4" name="Content Placeholder 3">
            <a:extLst>
              <a:ext uri="{FF2B5EF4-FFF2-40B4-BE49-F238E27FC236}">
                <a16:creationId xmlns:a16="http://schemas.microsoft.com/office/drawing/2014/main" id="{B9607FF9-E561-6358-3545-A18C007EAD95}"/>
              </a:ext>
            </a:extLst>
          </p:cNvPr>
          <p:cNvSpPr txBox="1">
            <a:spLocks/>
          </p:cNvSpPr>
          <p:nvPr/>
        </p:nvSpPr>
        <p:spPr>
          <a:xfrm>
            <a:off x="6096000" y="1489333"/>
            <a:ext cx="5262942" cy="4430191"/>
          </a:xfrm>
          <a:prstGeom prst="rect">
            <a:avLst/>
          </a:prstGeom>
        </p:spPr>
        <p:txBody>
          <a:bodyPr vert="horz">
            <a:normAutofit/>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2800" kern="0" dirty="0">
                <a:solidFill>
                  <a:srgbClr val="FF440B"/>
                </a:solidFill>
                <a:latin typeface="Slack-Lato"/>
              </a:rPr>
              <a:t>(Client) </a:t>
            </a:r>
            <a:r>
              <a:rPr lang="en-US" sz="2800" dirty="0">
                <a:solidFill>
                  <a:srgbClr val="1D1C1D"/>
                </a:solidFill>
                <a:latin typeface="Slack-Lato"/>
              </a:rPr>
              <a:t>can improve/achieve/reduce </a:t>
            </a:r>
            <a:r>
              <a:rPr lang="en-US" sz="2800" kern="0" dirty="0">
                <a:solidFill>
                  <a:srgbClr val="FF440B"/>
                </a:solidFill>
                <a:latin typeface="Slack-Lato"/>
              </a:rPr>
              <a:t>(challenge) </a:t>
            </a:r>
          </a:p>
          <a:p>
            <a:r>
              <a:rPr lang="en-US" sz="2800" dirty="0">
                <a:solidFill>
                  <a:srgbClr val="1D1C1D"/>
                </a:solidFill>
                <a:latin typeface="Slack-Lato"/>
              </a:rPr>
              <a:t>by using our </a:t>
            </a:r>
            <a:r>
              <a:rPr lang="en-US" sz="2800" kern="0" dirty="0">
                <a:solidFill>
                  <a:srgbClr val="FF440B"/>
                </a:solidFill>
                <a:latin typeface="Slack-Lato"/>
              </a:rPr>
              <a:t>(solution) </a:t>
            </a:r>
          </a:p>
          <a:p>
            <a:r>
              <a:rPr lang="en-US" sz="2800" dirty="0">
                <a:solidFill>
                  <a:srgbClr val="1D1C1D"/>
                </a:solidFill>
                <a:latin typeface="Slack-Lato"/>
              </a:rPr>
              <a:t>which has already been proven on </a:t>
            </a:r>
            <a:r>
              <a:rPr lang="en-US" sz="2800" kern="0" dirty="0">
                <a:solidFill>
                  <a:srgbClr val="FF440B"/>
                </a:solidFill>
                <a:latin typeface="Slack-Lato"/>
              </a:rPr>
              <a:t>(relevant experience/program) </a:t>
            </a:r>
          </a:p>
          <a:p>
            <a:r>
              <a:rPr lang="en-US" sz="2800" dirty="0">
                <a:solidFill>
                  <a:srgbClr val="1D1C1D"/>
                </a:solidFill>
                <a:latin typeface="Slack-Lato"/>
              </a:rPr>
              <a:t>and resulted in </a:t>
            </a:r>
            <a:r>
              <a:rPr lang="en-US" sz="2800" kern="0" dirty="0">
                <a:solidFill>
                  <a:srgbClr val="FF440B"/>
                </a:solidFill>
                <a:latin typeface="Slack-Lato"/>
              </a:rPr>
              <a:t>(metric)</a:t>
            </a:r>
            <a:r>
              <a:rPr lang="en-US" sz="2800" dirty="0">
                <a:solidFill>
                  <a:srgbClr val="1D1C1D"/>
                </a:solidFill>
                <a:latin typeface="Slack-Lato"/>
              </a:rPr>
              <a:t>. </a:t>
            </a:r>
          </a:p>
          <a:p>
            <a:r>
              <a:rPr lang="en-US" sz="3000" b="1" dirty="0">
                <a:solidFill>
                  <a:srgbClr val="1D1C1D"/>
                </a:solidFill>
                <a:latin typeface="Slack-Lato"/>
              </a:rPr>
              <a:t> </a:t>
            </a:r>
            <a:endParaRPr lang="en-US" sz="2200" kern="0" dirty="0">
              <a:solidFill>
                <a:srgbClr val="FF440B"/>
              </a:solidFill>
            </a:endParaRPr>
          </a:p>
          <a:p>
            <a:pPr marL="228600" indent="-228600">
              <a:lnSpc>
                <a:spcPct val="150000"/>
              </a:lnSpc>
              <a:buFont typeface="+mj-lt"/>
              <a:buAutoNum type="arabicPeriod"/>
            </a:pPr>
            <a:endParaRPr lang="en-US" sz="2200" kern="0" dirty="0"/>
          </a:p>
          <a:p>
            <a:endParaRPr lang="en-US" sz="2800" kern="0" dirty="0"/>
          </a:p>
          <a:p>
            <a:pPr marL="342900" indent="-342900">
              <a:buFont typeface="Wingdings" panose="05000000000000000000" pitchFamily="2" charset="2"/>
              <a:buChar char="v"/>
            </a:pPr>
            <a:endParaRPr lang="en-US" sz="2400" kern="0" dirty="0"/>
          </a:p>
          <a:p>
            <a:endParaRPr lang="en-US" sz="2400" kern="0" dirty="0"/>
          </a:p>
          <a:p>
            <a:pPr marL="514350" indent="-514350">
              <a:lnSpc>
                <a:spcPct val="150000"/>
              </a:lnSpc>
              <a:buFont typeface="+mj-lt"/>
              <a:buAutoNum type="romanUcPeriod"/>
            </a:pPr>
            <a:endParaRPr lang="en-US" sz="2000" kern="0" dirty="0"/>
          </a:p>
        </p:txBody>
      </p:sp>
      <p:pic>
        <p:nvPicPr>
          <p:cNvPr id="3" name="Graphic 2" descr="Bullseye with solid fill">
            <a:extLst>
              <a:ext uri="{FF2B5EF4-FFF2-40B4-BE49-F238E27FC236}">
                <a16:creationId xmlns:a16="http://schemas.microsoft.com/office/drawing/2014/main" id="{B568E857-AD4E-5B81-501B-35343AC90F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3000" y="1489334"/>
            <a:ext cx="914400" cy="91440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A854DB97-97A1-17C2-DB1A-C29A9B6B1CA0}"/>
              </a:ext>
            </a:extLst>
          </p:cNvPr>
          <p:cNvPicPr>
            <a:picLocks noChangeAspect="1"/>
          </p:cNvPicPr>
          <p:nvPr/>
        </p:nvPicPr>
        <p:blipFill>
          <a:blip r:embed="rId5"/>
          <a:stretch>
            <a:fillRect/>
          </a:stretch>
        </p:blipFill>
        <p:spPr>
          <a:xfrm>
            <a:off x="10785986" y="5534746"/>
            <a:ext cx="1091713" cy="1097112"/>
          </a:xfrm>
          <a:prstGeom prst="rect">
            <a:avLst/>
          </a:prstGeom>
        </p:spPr>
      </p:pic>
    </p:spTree>
    <p:extLst>
      <p:ext uri="{BB962C8B-B14F-4D97-AF65-F5344CB8AC3E}">
        <p14:creationId xmlns:p14="http://schemas.microsoft.com/office/powerpoint/2010/main" val="1203537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a:extLst>
              <a:ext uri="{FF2B5EF4-FFF2-40B4-BE49-F238E27FC236}">
                <a16:creationId xmlns:a16="http://schemas.microsoft.com/office/drawing/2014/main" id="{56A290B0-F614-C246-BA8A-8498E0D23D19}"/>
              </a:ext>
            </a:extLst>
          </p:cNvPr>
          <p:cNvSpPr/>
          <p:nvPr/>
        </p:nvSpPr>
        <p:spPr>
          <a:xfrm>
            <a:off x="-8053" y="324411"/>
            <a:ext cx="5007892" cy="1185608"/>
          </a:xfrm>
          <a:prstGeom prst="homePlate">
            <a:avLst>
              <a:gd name="adj" fmla="val 19294"/>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latin typeface="Bebas Neue" panose="020B0606020202050201" pitchFamily="34" charset="77"/>
              </a:rPr>
              <a:t>Example</a:t>
            </a:r>
          </a:p>
        </p:txBody>
      </p:sp>
      <p:sp>
        <p:nvSpPr>
          <p:cNvPr id="4" name="Content Placeholder 3">
            <a:extLst>
              <a:ext uri="{FF2B5EF4-FFF2-40B4-BE49-F238E27FC236}">
                <a16:creationId xmlns:a16="http://schemas.microsoft.com/office/drawing/2014/main" id="{B9607FF9-E561-6358-3545-A18C007EAD95}"/>
              </a:ext>
            </a:extLst>
          </p:cNvPr>
          <p:cNvSpPr txBox="1">
            <a:spLocks/>
          </p:cNvSpPr>
          <p:nvPr/>
        </p:nvSpPr>
        <p:spPr>
          <a:xfrm>
            <a:off x="6096000" y="1489333"/>
            <a:ext cx="5262942" cy="4430191"/>
          </a:xfrm>
          <a:prstGeom prst="rect">
            <a:avLst/>
          </a:prstGeom>
        </p:spPr>
        <p:txBody>
          <a:bodyPr vert="horz">
            <a:normAutofit/>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r>
              <a:rPr lang="en-US" sz="2800" kern="0" dirty="0">
                <a:latin typeface="Slack-Lato"/>
              </a:rPr>
              <a:t>Final example: </a:t>
            </a:r>
          </a:p>
          <a:p>
            <a:r>
              <a:rPr lang="en-US" sz="2800" u="sng" kern="0" dirty="0">
                <a:solidFill>
                  <a:srgbClr val="FF440B"/>
                </a:solidFill>
                <a:latin typeface="Slack-Lato"/>
              </a:rPr>
              <a:t>XYZ company </a:t>
            </a:r>
            <a:r>
              <a:rPr lang="en-US" sz="2800" kern="0" dirty="0">
                <a:latin typeface="Slack-Lato"/>
              </a:rPr>
              <a:t>can</a:t>
            </a:r>
            <a:r>
              <a:rPr lang="en-US" sz="2800" kern="0" dirty="0">
                <a:solidFill>
                  <a:srgbClr val="FF440B"/>
                </a:solidFill>
                <a:latin typeface="Slack-Lato"/>
              </a:rPr>
              <a:t> </a:t>
            </a:r>
            <a:r>
              <a:rPr lang="en-US" sz="2800" u="sng" kern="0" dirty="0">
                <a:solidFill>
                  <a:srgbClr val="FF440B"/>
                </a:solidFill>
                <a:latin typeface="Slack-Lato"/>
              </a:rPr>
              <a:t>achieve</a:t>
            </a:r>
            <a:r>
              <a:rPr lang="en-US" sz="2800" kern="0" dirty="0">
                <a:solidFill>
                  <a:srgbClr val="FF440B"/>
                </a:solidFill>
                <a:latin typeface="Slack-Lato"/>
              </a:rPr>
              <a:t> </a:t>
            </a:r>
            <a:r>
              <a:rPr lang="en-US" sz="2800" kern="0" dirty="0">
                <a:latin typeface="Slack-Lato"/>
              </a:rPr>
              <a:t>at least a</a:t>
            </a:r>
            <a:r>
              <a:rPr lang="en-US" sz="2800" kern="0" dirty="0">
                <a:solidFill>
                  <a:srgbClr val="FF440B"/>
                </a:solidFill>
                <a:latin typeface="Slack-Lato"/>
              </a:rPr>
              <a:t> </a:t>
            </a:r>
            <a:r>
              <a:rPr lang="en-US" sz="2800" u="sng" kern="0" dirty="0">
                <a:solidFill>
                  <a:srgbClr val="FF440B"/>
                </a:solidFill>
                <a:latin typeface="Slack-Lato"/>
              </a:rPr>
              <a:t>20% higher win rate </a:t>
            </a:r>
            <a:r>
              <a:rPr lang="en-US" sz="2800" kern="0" dirty="0">
                <a:latin typeface="Slack-Lato"/>
              </a:rPr>
              <a:t>by</a:t>
            </a:r>
            <a:r>
              <a:rPr lang="en-US" sz="2800" kern="0" dirty="0">
                <a:solidFill>
                  <a:srgbClr val="FF440B"/>
                </a:solidFill>
                <a:latin typeface="Slack-Lato"/>
              </a:rPr>
              <a:t> </a:t>
            </a:r>
            <a:r>
              <a:rPr lang="en-US" sz="2800" u="sng" kern="0" dirty="0">
                <a:solidFill>
                  <a:srgbClr val="FF440B"/>
                </a:solidFill>
                <a:latin typeface="Slack-Lato"/>
              </a:rPr>
              <a:t>engaging with our team of experts</a:t>
            </a:r>
            <a:r>
              <a:rPr lang="en-US" sz="2800" kern="0" dirty="0">
                <a:solidFill>
                  <a:srgbClr val="FF440B"/>
                </a:solidFill>
                <a:latin typeface="Slack-Lato"/>
              </a:rPr>
              <a:t> </a:t>
            </a:r>
            <a:r>
              <a:rPr lang="en-US" sz="2800" kern="0" dirty="0">
                <a:latin typeface="Slack-Lato"/>
              </a:rPr>
              <a:t>which has already been proven on </a:t>
            </a:r>
            <a:r>
              <a:rPr lang="en-US" sz="2800" u="sng" kern="0" dirty="0">
                <a:solidFill>
                  <a:srgbClr val="FF440B"/>
                </a:solidFill>
                <a:latin typeface="Slack-Lato"/>
              </a:rPr>
              <a:t>other healthcare businesses</a:t>
            </a:r>
            <a:r>
              <a:rPr lang="en-US" sz="2800" kern="0" dirty="0">
                <a:solidFill>
                  <a:srgbClr val="FF440B"/>
                </a:solidFill>
                <a:latin typeface="Slack-Lato"/>
              </a:rPr>
              <a:t> </a:t>
            </a:r>
            <a:r>
              <a:rPr lang="en-US" sz="2800" kern="0" dirty="0">
                <a:latin typeface="Slack-Lato"/>
              </a:rPr>
              <a:t>and resulted in </a:t>
            </a:r>
            <a:r>
              <a:rPr lang="en-US" sz="2800" u="sng" kern="0" dirty="0">
                <a:solidFill>
                  <a:srgbClr val="FF440B"/>
                </a:solidFill>
                <a:latin typeface="Slack-Lato"/>
              </a:rPr>
              <a:t>up to an 80% increased win rate</a:t>
            </a:r>
            <a:r>
              <a:rPr lang="en-US" sz="2800" kern="0" dirty="0">
                <a:latin typeface="Slack-Lato"/>
              </a:rPr>
              <a:t>.</a:t>
            </a:r>
          </a:p>
          <a:p>
            <a:r>
              <a:rPr lang="en-US" sz="3000" b="1" dirty="0">
                <a:solidFill>
                  <a:srgbClr val="1D1C1D"/>
                </a:solidFill>
                <a:latin typeface="Slack-Lato"/>
              </a:rPr>
              <a:t> </a:t>
            </a:r>
            <a:endParaRPr lang="en-US" sz="2200" kern="0" dirty="0">
              <a:solidFill>
                <a:srgbClr val="FF440B"/>
              </a:solidFill>
            </a:endParaRPr>
          </a:p>
          <a:p>
            <a:pPr marL="228600" indent="-228600">
              <a:lnSpc>
                <a:spcPct val="150000"/>
              </a:lnSpc>
              <a:buFont typeface="+mj-lt"/>
              <a:buAutoNum type="arabicPeriod"/>
            </a:pPr>
            <a:endParaRPr lang="en-US" sz="2200" kern="0" dirty="0"/>
          </a:p>
          <a:p>
            <a:endParaRPr lang="en-US" sz="2800" kern="0" dirty="0"/>
          </a:p>
          <a:p>
            <a:pPr marL="342900" indent="-342900">
              <a:buFont typeface="Wingdings" panose="05000000000000000000" pitchFamily="2" charset="2"/>
              <a:buChar char="v"/>
            </a:pPr>
            <a:endParaRPr lang="en-US" sz="2400" kern="0" dirty="0"/>
          </a:p>
          <a:p>
            <a:endParaRPr lang="en-US" sz="2400" kern="0" dirty="0"/>
          </a:p>
          <a:p>
            <a:pPr marL="514350" indent="-514350">
              <a:lnSpc>
                <a:spcPct val="150000"/>
              </a:lnSpc>
              <a:buFont typeface="+mj-lt"/>
              <a:buAutoNum type="romanUcPeriod"/>
            </a:pPr>
            <a:endParaRPr lang="en-US" sz="2000" kern="0" dirty="0"/>
          </a:p>
        </p:txBody>
      </p:sp>
      <p:pic>
        <p:nvPicPr>
          <p:cNvPr id="3" name="Graphic 2" descr="Bullseye with solid fill">
            <a:extLst>
              <a:ext uri="{FF2B5EF4-FFF2-40B4-BE49-F238E27FC236}">
                <a16:creationId xmlns:a16="http://schemas.microsoft.com/office/drawing/2014/main" id="{DC0FA59D-DC8D-0E95-F909-184262600E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3000" y="1489334"/>
            <a:ext cx="914400" cy="91440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456952DC-6395-9389-8629-A2161482B3F1}"/>
              </a:ext>
            </a:extLst>
          </p:cNvPr>
          <p:cNvPicPr>
            <a:picLocks noChangeAspect="1"/>
          </p:cNvPicPr>
          <p:nvPr/>
        </p:nvPicPr>
        <p:blipFill>
          <a:blip r:embed="rId5"/>
          <a:stretch>
            <a:fillRect/>
          </a:stretch>
        </p:blipFill>
        <p:spPr>
          <a:xfrm>
            <a:off x="10785986" y="5534746"/>
            <a:ext cx="1091713" cy="1097112"/>
          </a:xfrm>
          <a:prstGeom prst="rect">
            <a:avLst/>
          </a:prstGeom>
        </p:spPr>
      </p:pic>
    </p:spTree>
    <p:extLst>
      <p:ext uri="{BB962C8B-B14F-4D97-AF65-F5344CB8AC3E}">
        <p14:creationId xmlns:p14="http://schemas.microsoft.com/office/powerpoint/2010/main" val="2912665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BF9B8B5-25D4-4A35-B10D-398CF249F0ED}"/>
              </a:ext>
            </a:extLst>
          </p:cNvPr>
          <p:cNvPicPr>
            <a:picLocks noChangeAspect="1"/>
          </p:cNvPicPr>
          <p:nvPr/>
        </p:nvPicPr>
        <p:blipFill>
          <a:blip r:embed="rId3"/>
          <a:stretch>
            <a:fillRect/>
          </a:stretch>
        </p:blipFill>
        <p:spPr>
          <a:xfrm>
            <a:off x="10785986" y="5534746"/>
            <a:ext cx="1091713" cy="1097112"/>
          </a:xfrm>
          <a:prstGeom prst="rect">
            <a:avLst/>
          </a:prstGeom>
        </p:spPr>
      </p:pic>
      <p:sp>
        <p:nvSpPr>
          <p:cNvPr id="6" name="TextBox 5">
            <a:extLst>
              <a:ext uri="{FF2B5EF4-FFF2-40B4-BE49-F238E27FC236}">
                <a16:creationId xmlns:a16="http://schemas.microsoft.com/office/drawing/2014/main" id="{BE12E763-E00A-DDC2-C04D-616CC728AC99}"/>
              </a:ext>
            </a:extLst>
          </p:cNvPr>
          <p:cNvSpPr txBox="1"/>
          <p:nvPr/>
        </p:nvSpPr>
        <p:spPr>
          <a:xfrm>
            <a:off x="341196" y="1333927"/>
            <a:ext cx="10913380" cy="2369880"/>
          </a:xfrm>
          <a:prstGeom prst="rect">
            <a:avLst/>
          </a:prstGeom>
          <a:noFill/>
        </p:spPr>
        <p:txBody>
          <a:bodyPr wrap="square" rtlCol="0">
            <a:spAutoFit/>
          </a:bodyPr>
          <a:lstStyle/>
          <a:p>
            <a:r>
              <a:rPr lang="en-US" sz="2800" b="1" dirty="0">
                <a:solidFill>
                  <a:schemeClr val="tx1"/>
                </a:solidFill>
                <a:latin typeface="Slack-Lato"/>
              </a:rPr>
              <a:t>Example #2: Tell us about your team</a:t>
            </a:r>
          </a:p>
          <a:p>
            <a:pPr marL="0" marR="0">
              <a:spcBef>
                <a:spcPts val="0"/>
              </a:spcBef>
              <a:spcAft>
                <a:spcPts val="0"/>
              </a:spcAft>
            </a:pPr>
            <a:endParaRPr lang="en-US" sz="2000" dirty="0">
              <a:solidFill>
                <a:srgbClr val="2E5395"/>
              </a:solidFill>
              <a:effectLst/>
              <a:latin typeface="Slack-Lato"/>
              <a:ea typeface="Calibri" panose="020F0502020204030204" pitchFamily="34" charset="0"/>
            </a:endParaRPr>
          </a:p>
          <a:p>
            <a:pPr marL="0" marR="0">
              <a:spcBef>
                <a:spcPts val="0"/>
              </a:spcBef>
              <a:spcAft>
                <a:spcPts val="0"/>
              </a:spcAft>
            </a:pPr>
            <a:r>
              <a:rPr lang="en-US" dirty="0">
                <a:solidFill>
                  <a:srgbClr val="2E5395"/>
                </a:solidFill>
                <a:effectLst/>
                <a:latin typeface="Slack-Lato"/>
                <a:ea typeface="Calibri" panose="020F0502020204030204" pitchFamily="34" charset="0"/>
              </a:rPr>
              <a:t>BEFORE </a:t>
            </a:r>
            <a:endParaRPr lang="en-US" dirty="0">
              <a:solidFill>
                <a:srgbClr val="000000"/>
              </a:solidFill>
              <a:effectLst/>
              <a:latin typeface="Slack-Lato"/>
              <a:ea typeface="Calibri" panose="020F0502020204030204" pitchFamily="34" charset="0"/>
            </a:endParaRPr>
          </a:p>
          <a:p>
            <a:pPr marL="0" marR="0">
              <a:spcBef>
                <a:spcPts val="0"/>
              </a:spcBef>
              <a:spcAft>
                <a:spcPts val="0"/>
              </a:spcAft>
            </a:pPr>
            <a:r>
              <a:rPr lang="en-US" dirty="0">
                <a:solidFill>
                  <a:srgbClr val="000000"/>
                </a:solidFill>
                <a:effectLst/>
                <a:latin typeface="Slack-Lato"/>
                <a:ea typeface="Calibri" panose="020F0502020204030204" pitchFamily="34" charset="0"/>
              </a:rPr>
              <a:t> </a:t>
            </a:r>
          </a:p>
          <a:p>
            <a:pPr marR="0" lvl="0">
              <a:spcBef>
                <a:spcPts val="0"/>
              </a:spcBef>
              <a:spcAft>
                <a:spcPts val="0"/>
              </a:spcAft>
            </a:pPr>
            <a:r>
              <a:rPr lang="en-US" dirty="0">
                <a:solidFill>
                  <a:srgbClr val="000000"/>
                </a:solidFill>
                <a:effectLst/>
                <a:latin typeface="Slack-Lato"/>
                <a:ea typeface="Calibri" panose="020F0502020204030204" pitchFamily="34" charset="0"/>
              </a:rPr>
              <a:t>The Customer has 24/7 access to the Security Operation Center via a telephone call, email, and the ticketing system. We also have engineers and project managers that will be dedicated to your project. </a:t>
            </a:r>
          </a:p>
          <a:p>
            <a:pPr marL="342900" marR="0" lvl="0" indent="-342900">
              <a:spcBef>
                <a:spcPts val="0"/>
              </a:spcBef>
              <a:spcAft>
                <a:spcPts val="0"/>
              </a:spcAft>
              <a:buFont typeface="Symbol" panose="05050102010706020507" pitchFamily="18" charset="2"/>
              <a:buChar char=""/>
            </a:pPr>
            <a:endParaRPr lang="en-US" sz="2800" dirty="0">
              <a:solidFill>
                <a:srgbClr val="000000"/>
              </a:solidFill>
              <a:latin typeface="Slack-Lato"/>
              <a:ea typeface="Calibri" panose="020F0502020204030204" pitchFamily="34" charset="0"/>
            </a:endParaRPr>
          </a:p>
        </p:txBody>
      </p:sp>
      <p:sp>
        <p:nvSpPr>
          <p:cNvPr id="2" name="TextBox 1">
            <a:extLst>
              <a:ext uri="{FF2B5EF4-FFF2-40B4-BE49-F238E27FC236}">
                <a16:creationId xmlns:a16="http://schemas.microsoft.com/office/drawing/2014/main" id="{CE7D40D7-1750-E78D-67D9-13338C1D59E2}"/>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Answering the Questions</a:t>
            </a:r>
          </a:p>
        </p:txBody>
      </p:sp>
    </p:spTree>
    <p:extLst>
      <p:ext uri="{BB962C8B-B14F-4D97-AF65-F5344CB8AC3E}">
        <p14:creationId xmlns:p14="http://schemas.microsoft.com/office/powerpoint/2010/main" val="359993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BF9B8B5-25D4-4A35-B10D-398CF249F0ED}"/>
              </a:ext>
            </a:extLst>
          </p:cNvPr>
          <p:cNvPicPr>
            <a:picLocks noChangeAspect="1"/>
          </p:cNvPicPr>
          <p:nvPr/>
        </p:nvPicPr>
        <p:blipFill>
          <a:blip r:embed="rId3"/>
          <a:stretch>
            <a:fillRect/>
          </a:stretch>
        </p:blipFill>
        <p:spPr>
          <a:xfrm>
            <a:off x="10785986" y="5534746"/>
            <a:ext cx="1091713" cy="1097112"/>
          </a:xfrm>
          <a:prstGeom prst="rect">
            <a:avLst/>
          </a:prstGeom>
        </p:spPr>
      </p:pic>
      <p:sp>
        <p:nvSpPr>
          <p:cNvPr id="6" name="TextBox 5">
            <a:extLst>
              <a:ext uri="{FF2B5EF4-FFF2-40B4-BE49-F238E27FC236}">
                <a16:creationId xmlns:a16="http://schemas.microsoft.com/office/drawing/2014/main" id="{BE12E763-E00A-DDC2-C04D-616CC728AC99}"/>
              </a:ext>
            </a:extLst>
          </p:cNvPr>
          <p:cNvSpPr txBox="1"/>
          <p:nvPr/>
        </p:nvSpPr>
        <p:spPr>
          <a:xfrm>
            <a:off x="341196" y="1333927"/>
            <a:ext cx="10913380" cy="4739759"/>
          </a:xfrm>
          <a:prstGeom prst="rect">
            <a:avLst/>
          </a:prstGeom>
          <a:noFill/>
        </p:spPr>
        <p:txBody>
          <a:bodyPr wrap="square" rtlCol="0">
            <a:spAutoFit/>
          </a:bodyPr>
          <a:lstStyle/>
          <a:p>
            <a:r>
              <a:rPr lang="en-US" sz="2800" b="1" dirty="0">
                <a:solidFill>
                  <a:schemeClr val="tx1"/>
                </a:solidFill>
                <a:latin typeface="Slack-Lato"/>
              </a:rPr>
              <a:t>Example #2: Tell us about your team</a:t>
            </a:r>
          </a:p>
          <a:p>
            <a:pPr marL="0" marR="0">
              <a:spcBef>
                <a:spcPts val="0"/>
              </a:spcBef>
              <a:spcAft>
                <a:spcPts val="0"/>
              </a:spcAft>
            </a:pPr>
            <a:endParaRPr lang="en-US" sz="2000" dirty="0">
              <a:solidFill>
                <a:srgbClr val="2E5395"/>
              </a:solidFill>
              <a:effectLst/>
              <a:latin typeface="Slack-Lato"/>
              <a:ea typeface="Calibri" panose="020F0502020204030204" pitchFamily="34" charset="0"/>
            </a:endParaRPr>
          </a:p>
          <a:p>
            <a:pPr marL="0" marR="0">
              <a:spcBef>
                <a:spcPts val="0"/>
              </a:spcBef>
              <a:spcAft>
                <a:spcPts val="0"/>
              </a:spcAft>
            </a:pPr>
            <a:r>
              <a:rPr lang="en-US" dirty="0">
                <a:solidFill>
                  <a:srgbClr val="C0C0C0"/>
                </a:solidFill>
                <a:effectLst/>
                <a:latin typeface="Slack-Lato"/>
                <a:ea typeface="Calibri" panose="020F0502020204030204" pitchFamily="34" charset="0"/>
              </a:rPr>
              <a:t>BEFORE </a:t>
            </a:r>
          </a:p>
          <a:p>
            <a:pPr marL="0" marR="0">
              <a:spcBef>
                <a:spcPts val="0"/>
              </a:spcBef>
              <a:spcAft>
                <a:spcPts val="0"/>
              </a:spcAft>
            </a:pPr>
            <a:r>
              <a:rPr lang="en-US" dirty="0">
                <a:solidFill>
                  <a:srgbClr val="C0C0C0"/>
                </a:solidFill>
                <a:effectLst/>
                <a:latin typeface="Slack-Lato"/>
                <a:ea typeface="Calibri" panose="020F0502020204030204" pitchFamily="34" charset="0"/>
              </a:rPr>
              <a:t> </a:t>
            </a:r>
          </a:p>
          <a:p>
            <a:pPr marR="0" lvl="0">
              <a:spcBef>
                <a:spcPts val="0"/>
              </a:spcBef>
              <a:spcAft>
                <a:spcPts val="0"/>
              </a:spcAft>
            </a:pPr>
            <a:r>
              <a:rPr lang="en-US" dirty="0">
                <a:solidFill>
                  <a:srgbClr val="C0C0C0"/>
                </a:solidFill>
                <a:effectLst/>
                <a:latin typeface="Slack-Lato"/>
                <a:ea typeface="Calibri" panose="020F0502020204030204" pitchFamily="34" charset="0"/>
              </a:rPr>
              <a:t>The Customer has 24/7 access to the Security Operation Center via a telephone call, email, and the ticketing system. We also have engineers and project managers that will be dedicated to your project. </a:t>
            </a:r>
          </a:p>
          <a:p>
            <a:pPr marL="342900" marR="0" lvl="0" indent="-342900">
              <a:spcBef>
                <a:spcPts val="0"/>
              </a:spcBef>
              <a:spcAft>
                <a:spcPts val="0"/>
              </a:spcAft>
              <a:buFont typeface="Symbol" panose="05050102010706020507" pitchFamily="18" charset="2"/>
              <a:buChar char=""/>
            </a:pPr>
            <a:endParaRPr lang="en-US" sz="2800" dirty="0">
              <a:solidFill>
                <a:srgbClr val="000000"/>
              </a:solidFill>
              <a:latin typeface="Slack-Lato"/>
              <a:ea typeface="Calibri" panose="020F0502020204030204" pitchFamily="34" charset="0"/>
            </a:endParaRPr>
          </a:p>
          <a:p>
            <a:pPr lvl="0"/>
            <a:r>
              <a:rPr lang="en-US" dirty="0">
                <a:solidFill>
                  <a:srgbClr val="2E5395"/>
                </a:solidFill>
                <a:latin typeface="Slack-Lato"/>
                <a:ea typeface="Calibri" panose="020F0502020204030204" pitchFamily="34" charset="0"/>
              </a:rPr>
              <a:t>AFTER </a:t>
            </a:r>
          </a:p>
          <a:p>
            <a:endParaRPr lang="en-US" dirty="0">
              <a:solidFill>
                <a:srgbClr val="000000"/>
              </a:solidFill>
              <a:latin typeface="Slack-Lato"/>
              <a:ea typeface="Calibri" panose="020F0502020204030204" pitchFamily="34" charset="0"/>
            </a:endParaRPr>
          </a:p>
          <a:p>
            <a:r>
              <a:rPr lang="en-US" dirty="0">
                <a:solidFill>
                  <a:srgbClr val="000000"/>
                </a:solidFill>
                <a:latin typeface="Slack-Lato"/>
                <a:ea typeface="Calibri" panose="020F0502020204030204" pitchFamily="34" charset="0"/>
              </a:rPr>
              <a:t>We know you need to </a:t>
            </a:r>
            <a:r>
              <a:rPr lang="en-US" b="1" dirty="0">
                <a:solidFill>
                  <a:srgbClr val="FF5F2D"/>
                </a:solidFill>
                <a:latin typeface="Slack-Lato"/>
                <a:ea typeface="Calibri" panose="020F0502020204030204" pitchFamily="34" charset="0"/>
              </a:rPr>
              <a:t>go to market quickly</a:t>
            </a:r>
            <a:r>
              <a:rPr lang="en-US" dirty="0">
                <a:solidFill>
                  <a:srgbClr val="000000"/>
                </a:solidFill>
                <a:latin typeface="Slack-Lato"/>
                <a:ea typeface="Calibri" panose="020F0502020204030204" pitchFamily="34" charset="0"/>
              </a:rPr>
              <a:t>, and we have the team – with the experience, capability, and expertise – to make that happen. With </a:t>
            </a:r>
            <a:r>
              <a:rPr lang="en-US" b="1" dirty="0">
                <a:solidFill>
                  <a:srgbClr val="FF5F2D"/>
                </a:solidFill>
                <a:latin typeface="Slack-Lato"/>
                <a:ea typeface="Calibri" panose="020F0502020204030204" pitchFamily="34" charset="0"/>
              </a:rPr>
              <a:t>24/7 access </a:t>
            </a:r>
            <a:r>
              <a:rPr lang="en-US" dirty="0">
                <a:solidFill>
                  <a:srgbClr val="000000"/>
                </a:solidFill>
                <a:latin typeface="Slack-Lato"/>
                <a:ea typeface="Calibri" panose="020F0502020204030204" pitchFamily="34" charset="0"/>
              </a:rPr>
              <a:t>to the Security Operation Center and a dedicated team, you have what you need, when you need it. </a:t>
            </a:r>
          </a:p>
          <a:p>
            <a:endParaRPr lang="en-US" dirty="0">
              <a:solidFill>
                <a:srgbClr val="000000"/>
              </a:solidFill>
              <a:latin typeface="Slack-Lato"/>
              <a:ea typeface="Calibri" panose="020F0502020204030204" pitchFamily="34" charset="0"/>
            </a:endParaRPr>
          </a:p>
          <a:p>
            <a:r>
              <a:rPr lang="en-US" dirty="0">
                <a:solidFill>
                  <a:srgbClr val="000000"/>
                </a:solidFill>
                <a:latin typeface="Slack-Lato"/>
                <a:ea typeface="Calibri" panose="020F0502020204030204" pitchFamily="34" charset="0"/>
              </a:rPr>
              <a:t>This guarantees </a:t>
            </a:r>
            <a:r>
              <a:rPr lang="en-US" b="1" dirty="0">
                <a:solidFill>
                  <a:srgbClr val="FF5F2D"/>
                </a:solidFill>
                <a:latin typeface="Slack-Lato"/>
                <a:ea typeface="Calibri" panose="020F0502020204030204" pitchFamily="34" charset="0"/>
              </a:rPr>
              <a:t>99.9% uptime</a:t>
            </a:r>
            <a:r>
              <a:rPr lang="en-US" dirty="0">
                <a:solidFill>
                  <a:srgbClr val="000000"/>
                </a:solidFill>
                <a:latin typeface="Slack-Lato"/>
                <a:ea typeface="Calibri" panose="020F0502020204030204" pitchFamily="34" charset="0"/>
              </a:rPr>
              <a:t>. </a:t>
            </a:r>
          </a:p>
          <a:p>
            <a:pPr marR="0" lvl="0">
              <a:spcBef>
                <a:spcPts val="0"/>
              </a:spcBef>
              <a:spcAft>
                <a:spcPts val="0"/>
              </a:spcAft>
            </a:pPr>
            <a:endParaRPr lang="en-US" sz="2800" dirty="0">
              <a:solidFill>
                <a:srgbClr val="000000"/>
              </a:solidFill>
              <a:latin typeface="Slack-Lato"/>
              <a:ea typeface="Calibri" panose="020F0502020204030204" pitchFamily="34" charset="0"/>
            </a:endParaRPr>
          </a:p>
        </p:txBody>
      </p:sp>
      <p:sp>
        <p:nvSpPr>
          <p:cNvPr id="2" name="TextBox 1">
            <a:extLst>
              <a:ext uri="{FF2B5EF4-FFF2-40B4-BE49-F238E27FC236}">
                <a16:creationId xmlns:a16="http://schemas.microsoft.com/office/drawing/2014/main" id="{3BCBC28D-E08F-BE1D-18A2-2F0A6108EF5E}"/>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Answering the Questions</a:t>
            </a:r>
          </a:p>
        </p:txBody>
      </p:sp>
    </p:spTree>
    <p:extLst>
      <p:ext uri="{BB962C8B-B14F-4D97-AF65-F5344CB8AC3E}">
        <p14:creationId xmlns:p14="http://schemas.microsoft.com/office/powerpoint/2010/main" val="2451343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90113-7A9C-C62B-BEE1-BFC731883A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689826A-70AF-69A6-F8A9-EFC8224FDE04}"/>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0A3DBEE3-E9FD-0750-191F-7AA2B7D13052}"/>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2A26F219-B5B7-7953-B257-6B9939430104}"/>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5B0B649F-7878-D8FD-0735-7BD9DB779FBD}"/>
              </a:ext>
            </a:extLst>
          </p:cNvPr>
          <p:cNvSpPr txBox="1"/>
          <p:nvPr/>
        </p:nvSpPr>
        <p:spPr>
          <a:xfrm>
            <a:off x="1009522" y="1435243"/>
            <a:ext cx="9342792" cy="5191757"/>
          </a:xfrm>
          <a:prstGeom prst="rect">
            <a:avLst/>
          </a:prstGeom>
          <a:noFill/>
        </p:spPr>
        <p:txBody>
          <a:bodyPr wrap="square" rtlCol="0">
            <a:normAutofit/>
          </a:bodyPr>
          <a:lstStyle/>
          <a:p>
            <a:pPr marL="514350" indent="-514350" algn="l">
              <a:spcAft>
                <a:spcPts val="900"/>
              </a:spcAft>
              <a:buFont typeface="+mj-lt"/>
              <a:buAutoNum type="arabicPeriod" startAt="6"/>
            </a:pPr>
            <a:r>
              <a:rPr lang="en-US" sz="2800" dirty="0">
                <a:latin typeface="Kollektif" panose="020B0604020101010102" pitchFamily="34" charset="77"/>
              </a:rPr>
              <a:t>Writing dull, technical, or hard-to-read content</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Incorporate graphics appropriately</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Lots of white space</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Tell stories</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Easy to follow</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Clear &amp; concise</a:t>
            </a:r>
          </a:p>
          <a:p>
            <a:pPr>
              <a:lnSpc>
                <a:spcPct val="150000"/>
              </a:lnSpc>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6"/>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6"/>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1418282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0469-EAE8-E168-4D16-34B3D84D2099}"/>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1B81B55-C801-C039-15C9-4BB19E43328C}"/>
              </a:ext>
            </a:extLst>
          </p:cNvPr>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3F8E459C-F9F8-1FBD-9685-A23544E78ADC}"/>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a:extLst>
              <a:ext uri="{FF2B5EF4-FFF2-40B4-BE49-F238E27FC236}">
                <a16:creationId xmlns:a16="http://schemas.microsoft.com/office/drawing/2014/main" id="{8F6995FC-10EF-BA7E-951D-15A5CEDB337E}"/>
              </a:ext>
            </a:extLst>
          </p:cNvPr>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0FB26AE7-93EE-2D63-0F2E-1D935F4B94F9}"/>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AFBEA912-DBED-1747-7F3C-E02B19D90AC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07DE3FFE-CF85-5E23-B2AE-CABE7960FFCD}"/>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ECD73E21-A6E0-1545-A19C-377205B2A120}"/>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5B32A0C6-0548-67AA-53C3-DE4749B71688}"/>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A8626888-B735-1527-3664-AA91E5D4D4F4}"/>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8B2BFAF-C290-9C67-D796-9F78EF45732E}"/>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20BAD5B7-19C7-97C7-9CF2-9EEDD46727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A361446-D218-A4C2-07AA-39186A9479C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04CB9078-3C89-6906-7C45-898DBA129017}"/>
              </a:ext>
            </a:extLst>
          </p:cNvPr>
          <p:cNvSpPr txBox="1">
            <a:spLocks/>
          </p:cNvSpPr>
          <p:nvPr/>
        </p:nvSpPr>
        <p:spPr>
          <a:xfrm>
            <a:off x="990600" y="19780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i="0" dirty="0">
                <a:solidFill>
                  <a:srgbClr val="444444"/>
                </a:solidFill>
                <a:effectLst/>
                <a:latin typeface="Poppins" panose="00000500000000000000" pitchFamily="2" charset="0"/>
                <a:cs typeface="Poppins" panose="00000500000000000000" pitchFamily="2" charset="0"/>
              </a:rPr>
              <a:t>Incorporate graphics</a:t>
            </a:r>
          </a:p>
          <a:p>
            <a:pPr marL="514350" indent="-514350" algn="l">
              <a:buFont typeface="+mj-lt"/>
              <a:buAutoNum type="arabicPeriod"/>
            </a:pPr>
            <a:endParaRPr lang="en-US" i="0" dirty="0">
              <a:solidFill>
                <a:srgbClr val="444444"/>
              </a:solidFill>
              <a:effectLst/>
              <a:latin typeface="Poppins" panose="00000500000000000000" pitchFamily="2" charset="0"/>
              <a:cs typeface="Poppins" panose="00000500000000000000" pitchFamily="2" charset="0"/>
            </a:endParaRPr>
          </a:p>
          <a:p>
            <a:pPr marL="342900" indent="-342900" algn="l">
              <a:buFont typeface="Arial" panose="020B0604020202020204" pitchFamily="34" charset="0"/>
              <a:buChar char="•"/>
            </a:pPr>
            <a:r>
              <a:rPr lang="en-US" i="0" dirty="0">
                <a:solidFill>
                  <a:srgbClr val="444444"/>
                </a:solidFill>
                <a:effectLst/>
                <a:latin typeface="Poppins" panose="00000500000000000000" pitchFamily="2" charset="0"/>
                <a:cs typeface="Poppins" panose="00000500000000000000" pitchFamily="2" charset="0"/>
              </a:rPr>
              <a:t>Tell an immediate story</a:t>
            </a:r>
          </a:p>
          <a:p>
            <a:pPr marL="342900" indent="-342900" algn="l">
              <a:buFont typeface="Arial" panose="020B0604020202020204" pitchFamily="34" charset="0"/>
              <a:buChar char="•"/>
            </a:pPr>
            <a:r>
              <a:rPr lang="en-US" dirty="0">
                <a:solidFill>
                  <a:srgbClr val="444444"/>
                </a:solidFill>
                <a:latin typeface="Poppins" panose="00000500000000000000" pitchFamily="2" charset="0"/>
                <a:cs typeface="Poppins" panose="00000500000000000000" pitchFamily="2" charset="0"/>
              </a:rPr>
              <a:t>Nothing overly complicated</a:t>
            </a:r>
          </a:p>
          <a:p>
            <a:pPr marL="342900" indent="-342900" algn="l">
              <a:buFont typeface="Arial" panose="020B0604020202020204" pitchFamily="34" charset="0"/>
              <a:buChar char="•"/>
            </a:pPr>
            <a:r>
              <a:rPr lang="en-US" dirty="0">
                <a:solidFill>
                  <a:srgbClr val="444444"/>
                </a:solidFill>
                <a:latin typeface="Poppins" panose="00000500000000000000" pitchFamily="2" charset="0"/>
                <a:cs typeface="Poppins" panose="00000500000000000000" pitchFamily="2" charset="0"/>
              </a:rPr>
              <a:t>Call-out boxes</a:t>
            </a:r>
          </a:p>
          <a:p>
            <a:pPr marL="342900" indent="-342900" algn="l">
              <a:buFont typeface="+mj-lt"/>
              <a:buAutoNum type="arabicPeriod"/>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sp>
        <p:nvSpPr>
          <p:cNvPr id="3" name="TextBox 2">
            <a:extLst>
              <a:ext uri="{FF2B5EF4-FFF2-40B4-BE49-F238E27FC236}">
                <a16:creationId xmlns:a16="http://schemas.microsoft.com/office/drawing/2014/main" id="{5416CA62-5A5D-2ECF-8CD0-059FFF4C91F6}"/>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18350524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F59E4-63AE-2AEC-0CC8-9194C3AC54EF}"/>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FE5B00C-36E3-B6B0-817F-F5CDF9C3C0EF}"/>
              </a:ext>
            </a:extLst>
          </p:cNvPr>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88CE41F2-120A-3CBB-AA31-F830EAF1A554}"/>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a:extLst>
              <a:ext uri="{FF2B5EF4-FFF2-40B4-BE49-F238E27FC236}">
                <a16:creationId xmlns:a16="http://schemas.microsoft.com/office/drawing/2014/main" id="{7F583F63-CA0B-1B0A-3482-62A2496151D2}"/>
              </a:ext>
            </a:extLst>
          </p:cNvPr>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A0C75D9E-D4D7-0E6F-7F43-EFE9B50EE786}"/>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E70505B8-A79C-9EBF-8514-B91DABEC9AF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30CAA8C2-4AD6-F9FF-E5DB-A75E922B1337}"/>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69A78047-F095-FD73-D33B-FBC959D1041A}"/>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5F46DFCD-5BE4-D00E-261C-5B21F57E6D06}"/>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D31E34EC-2D0B-1DA4-705D-D17EAA03089B}"/>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3AD44FC5-5FD9-D03B-9F5D-8A2E90DC3180}"/>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70ACA9A9-7F66-217D-5F64-39198584EE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22F55A94-F14F-C1D5-3E24-611F3F89D324}"/>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5BC05920-0C03-665E-91D5-D8CC66AF318A}"/>
              </a:ext>
            </a:extLst>
          </p:cNvPr>
          <p:cNvSpPr txBox="1">
            <a:spLocks/>
          </p:cNvSpPr>
          <p:nvPr/>
        </p:nvSpPr>
        <p:spPr>
          <a:xfrm>
            <a:off x="990600" y="19780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i="0" dirty="0">
                <a:solidFill>
                  <a:srgbClr val="444444"/>
                </a:solidFill>
                <a:effectLst/>
                <a:latin typeface="Poppins" panose="00000500000000000000" pitchFamily="2" charset="0"/>
                <a:cs typeface="Poppins" panose="00000500000000000000" pitchFamily="2" charset="0"/>
              </a:rPr>
              <a:t>White Space</a:t>
            </a:r>
          </a:p>
          <a:p>
            <a:pPr marL="514350" indent="-514350" algn="l">
              <a:buFont typeface="+mj-lt"/>
              <a:buAutoNum type="arabicPeriod"/>
            </a:pPr>
            <a:endParaRPr lang="en-US" i="0" dirty="0">
              <a:solidFill>
                <a:srgbClr val="444444"/>
              </a:solidFill>
              <a:effectLst/>
              <a:latin typeface="Poppins" panose="00000500000000000000" pitchFamily="2" charset="0"/>
              <a:cs typeface="Poppins" panose="00000500000000000000" pitchFamily="2" charset="0"/>
            </a:endParaRPr>
          </a:p>
          <a:p>
            <a:pPr marL="342900" indent="-342900" algn="l">
              <a:buFont typeface="Arial" panose="020B0604020202020204" pitchFamily="34" charset="0"/>
              <a:buChar char="•"/>
            </a:pPr>
            <a:r>
              <a:rPr lang="en-US" dirty="0">
                <a:solidFill>
                  <a:srgbClr val="444444"/>
                </a:solidFill>
                <a:latin typeface="Poppins" panose="00000500000000000000" pitchFamily="2" charset="0"/>
                <a:cs typeface="Poppins" panose="00000500000000000000" pitchFamily="2" charset="0"/>
              </a:rPr>
              <a:t>Bullets</a:t>
            </a:r>
          </a:p>
          <a:p>
            <a:pPr marL="342900" indent="-342900" algn="l">
              <a:buFont typeface="Arial" panose="020B0604020202020204" pitchFamily="34" charset="0"/>
              <a:buChar char="•"/>
            </a:pPr>
            <a:r>
              <a:rPr lang="en-US" dirty="0">
                <a:solidFill>
                  <a:srgbClr val="444444"/>
                </a:solidFill>
                <a:latin typeface="Poppins" panose="00000500000000000000" pitchFamily="2" charset="0"/>
                <a:cs typeface="Poppins" panose="00000500000000000000" pitchFamily="2" charset="0"/>
              </a:rPr>
              <a:t>Shorter paragraphs</a:t>
            </a:r>
          </a:p>
          <a:p>
            <a:pPr marL="342900" indent="-342900" algn="l">
              <a:buFont typeface="Arial" panose="020B0604020202020204" pitchFamily="34" charset="0"/>
              <a:buChar char="•"/>
            </a:pPr>
            <a:endParaRPr lang="en-US" dirty="0">
              <a:solidFill>
                <a:srgbClr val="444444"/>
              </a:solidFill>
              <a:latin typeface="Poppins" panose="00000500000000000000" pitchFamily="2" charset="0"/>
              <a:cs typeface="Poppins" panose="00000500000000000000" pitchFamily="2" charset="0"/>
            </a:endParaRPr>
          </a:p>
          <a:p>
            <a:pPr marL="342900" indent="-342900" algn="l">
              <a:buFont typeface="+mj-lt"/>
              <a:buAutoNum type="arabicPeriod"/>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sp>
        <p:nvSpPr>
          <p:cNvPr id="3" name="TextBox 2">
            <a:extLst>
              <a:ext uri="{FF2B5EF4-FFF2-40B4-BE49-F238E27FC236}">
                <a16:creationId xmlns:a16="http://schemas.microsoft.com/office/drawing/2014/main" id="{29D99EF5-1C71-ADC7-9EF3-4204B92683DF}"/>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2931391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50E4-2E72-A27C-3148-9BF9915B6AB3}"/>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33BBD37-8179-D6C7-A836-FC86D3BE418E}"/>
              </a:ext>
            </a:extLst>
          </p:cNvPr>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BEB74A55-0C18-EF6B-FBEE-56CD22A6D4E4}"/>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a:extLst>
              <a:ext uri="{FF2B5EF4-FFF2-40B4-BE49-F238E27FC236}">
                <a16:creationId xmlns:a16="http://schemas.microsoft.com/office/drawing/2014/main" id="{4BA3841E-3BC2-14A2-ADEE-BC8C773683C9}"/>
              </a:ext>
            </a:extLst>
          </p:cNvPr>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A2E3489B-B57E-993A-1037-3E5251BECE3B}"/>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9126E3CB-A90C-CFCB-5A78-A3966C3DA9DE}"/>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DBA45C5-8D77-CDD8-016A-F450C4FFA7EC}"/>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66F5010A-D4A8-403D-E127-E1F673CF92FA}"/>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217AFBA-9EFA-14E7-22D0-AFD479571CE7}"/>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82132CEC-08DF-531C-C978-7A4E8B85E731}"/>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7F5293C7-28D4-0466-7F19-1A4D882E75A6}"/>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1649867C-D151-51BF-538F-A1CEEF176E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CD0C6C41-9032-982B-0361-194BD6ADB6A8}"/>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99B8B22E-4D13-6A89-31B0-A58E89A065F3}"/>
              </a:ext>
            </a:extLst>
          </p:cNvPr>
          <p:cNvSpPr txBox="1">
            <a:spLocks/>
          </p:cNvSpPr>
          <p:nvPr/>
        </p:nvSpPr>
        <p:spPr>
          <a:xfrm>
            <a:off x="990600" y="19780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i="0" dirty="0">
                <a:solidFill>
                  <a:srgbClr val="444444"/>
                </a:solidFill>
                <a:effectLst/>
                <a:latin typeface="Poppins" panose="00000500000000000000" pitchFamily="2" charset="0"/>
                <a:cs typeface="Poppins" panose="00000500000000000000" pitchFamily="2" charset="0"/>
              </a:rPr>
              <a:t>Tell stories</a:t>
            </a:r>
          </a:p>
          <a:p>
            <a:pPr marL="514350" indent="-514350" algn="l">
              <a:buFont typeface="+mj-lt"/>
              <a:buAutoNum type="arabicPeriod"/>
            </a:pPr>
            <a:endParaRPr lang="en-US" i="0" dirty="0">
              <a:solidFill>
                <a:srgbClr val="444444"/>
              </a:solidFill>
              <a:effectLst/>
              <a:latin typeface="Poppins" panose="00000500000000000000" pitchFamily="2" charset="0"/>
              <a:cs typeface="Poppins" panose="00000500000000000000" pitchFamily="2" charset="0"/>
            </a:endParaRPr>
          </a:p>
          <a:p>
            <a:pPr marL="342900" indent="-342900" algn="l">
              <a:buFont typeface="Arial" panose="020B0604020202020204" pitchFamily="34" charset="0"/>
              <a:buChar char="•"/>
            </a:pPr>
            <a:r>
              <a:rPr lang="en-US" i="0" dirty="0">
                <a:solidFill>
                  <a:srgbClr val="444444"/>
                </a:solidFill>
                <a:effectLst/>
                <a:latin typeface="Poppins" panose="00000500000000000000" pitchFamily="2" charset="0"/>
                <a:cs typeface="Poppins" panose="00000500000000000000" pitchFamily="2" charset="0"/>
              </a:rPr>
              <a:t>Keeps them engaged</a:t>
            </a:r>
          </a:p>
          <a:p>
            <a:pPr marL="342900" indent="-342900" algn="l">
              <a:buFont typeface="Arial" panose="020B0604020202020204" pitchFamily="34" charset="0"/>
              <a:buChar char="•"/>
            </a:pPr>
            <a:r>
              <a:rPr lang="en-US" dirty="0">
                <a:solidFill>
                  <a:srgbClr val="444444"/>
                </a:solidFill>
                <a:latin typeface="Poppins" panose="00000500000000000000" pitchFamily="2" charset="0"/>
                <a:cs typeface="Poppins" panose="00000500000000000000" pitchFamily="2" charset="0"/>
              </a:rPr>
              <a:t>More memorable</a:t>
            </a:r>
          </a:p>
          <a:p>
            <a:pPr marL="342900" indent="-342900" algn="l">
              <a:buFont typeface="Arial" panose="020B0604020202020204" pitchFamily="34" charset="0"/>
              <a:buChar char="•"/>
            </a:pPr>
            <a:r>
              <a:rPr lang="en-US" i="0" dirty="0">
                <a:solidFill>
                  <a:srgbClr val="444444"/>
                </a:solidFill>
                <a:effectLst/>
                <a:latin typeface="Poppins" panose="00000500000000000000" pitchFamily="2" charset="0"/>
                <a:cs typeface="Poppins" panose="00000500000000000000" pitchFamily="2" charset="0"/>
              </a:rPr>
              <a:t>Relatability</a:t>
            </a:r>
          </a:p>
          <a:p>
            <a:pPr marL="342900" indent="-342900" algn="l">
              <a:buFont typeface="+mj-lt"/>
              <a:buAutoNum type="arabicPeriod"/>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sp>
        <p:nvSpPr>
          <p:cNvPr id="3" name="TextBox 2">
            <a:extLst>
              <a:ext uri="{FF2B5EF4-FFF2-40B4-BE49-F238E27FC236}">
                <a16:creationId xmlns:a16="http://schemas.microsoft.com/office/drawing/2014/main" id="{943494C9-0996-BA35-944C-B745E406A8CC}"/>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638200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6BE0B047-80AB-192C-B53D-CFFC9470A648}"/>
              </a:ext>
            </a:extLst>
          </p:cNvPr>
          <p:cNvSpPr txBox="1">
            <a:spLocks/>
          </p:cNvSpPr>
          <p:nvPr/>
        </p:nvSpPr>
        <p:spPr>
          <a:xfrm>
            <a:off x="990600" y="19780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i="0" dirty="0">
                <a:solidFill>
                  <a:srgbClr val="444444"/>
                </a:solidFill>
                <a:effectLst/>
                <a:latin typeface="Poppins" panose="00000500000000000000" pitchFamily="2" charset="0"/>
                <a:cs typeface="Poppins" panose="00000500000000000000" pitchFamily="2" charset="0"/>
              </a:rPr>
              <a:t>Make it Easy to Follow</a:t>
            </a:r>
          </a:p>
          <a:p>
            <a:pPr marL="514350" indent="-514350" algn="l">
              <a:buFont typeface="+mj-lt"/>
              <a:buAutoNum type="arabicPeriod"/>
            </a:pPr>
            <a:endParaRPr lang="en-US" i="0" dirty="0">
              <a:solidFill>
                <a:srgbClr val="444444"/>
              </a:solidFill>
              <a:effectLst/>
              <a:latin typeface="Poppins" panose="00000500000000000000" pitchFamily="2" charset="0"/>
              <a:cs typeface="Poppins" panose="00000500000000000000" pitchFamily="2" charset="0"/>
            </a:endParaRPr>
          </a:p>
          <a:p>
            <a:pPr marL="342900" indent="-342900" algn="l">
              <a:buFont typeface="Arial" panose="020B0604020202020204" pitchFamily="34" charset="0"/>
              <a:buChar char="•"/>
            </a:pPr>
            <a:r>
              <a:rPr lang="en-US" i="0" dirty="0">
                <a:solidFill>
                  <a:srgbClr val="444444"/>
                </a:solidFill>
                <a:effectLst/>
                <a:latin typeface="Poppins" panose="00000500000000000000" pitchFamily="2" charset="0"/>
                <a:cs typeface="Poppins" panose="00000500000000000000" pitchFamily="2" charset="0"/>
              </a:rPr>
              <a:t>Make it easy for the evaluators to clearly see &amp; understand the answer to the specific question they have asked</a:t>
            </a:r>
          </a:p>
          <a:p>
            <a:pPr marL="342900" indent="-342900" algn="l">
              <a:buFont typeface="+mj-lt"/>
              <a:buAutoNum type="arabicPeriod"/>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sp>
        <p:nvSpPr>
          <p:cNvPr id="3" name="TextBox 2">
            <a:extLst>
              <a:ext uri="{FF2B5EF4-FFF2-40B4-BE49-F238E27FC236}">
                <a16:creationId xmlns:a16="http://schemas.microsoft.com/office/drawing/2014/main" id="{B4490E67-BE49-4FFD-91F9-CC9EE7555C47}"/>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41127203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Oval 2">
            <a:extLst>
              <a:ext uri="{FF2B5EF4-FFF2-40B4-BE49-F238E27FC236}">
                <a16:creationId xmlns:a16="http://schemas.microsoft.com/office/drawing/2014/main" id="{59F10776-5ADE-3BA4-6032-24E1C06BD050}"/>
              </a:ext>
            </a:extLst>
          </p:cNvPr>
          <p:cNvSpPr/>
          <p:nvPr/>
        </p:nvSpPr>
        <p:spPr>
          <a:xfrm>
            <a:off x="184720" y="268307"/>
            <a:ext cx="2474259" cy="2462041"/>
          </a:xfrm>
          <a:prstGeom prst="ellipse">
            <a:avLst/>
          </a:pr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bg1"/>
                </a:solidFill>
                <a:latin typeface="Oswald Light"/>
              </a:rPr>
              <a:t>Easy to Follow Example</a:t>
            </a:r>
          </a:p>
        </p:txBody>
      </p:sp>
      <p:sp>
        <p:nvSpPr>
          <p:cNvPr id="4" name="Content Placeholder 3">
            <a:extLst>
              <a:ext uri="{FF2B5EF4-FFF2-40B4-BE49-F238E27FC236}">
                <a16:creationId xmlns:a16="http://schemas.microsoft.com/office/drawing/2014/main" id="{362A5231-50CB-494E-1CE6-63AF5820409F}"/>
              </a:ext>
            </a:extLst>
          </p:cNvPr>
          <p:cNvSpPr txBox="1">
            <a:spLocks/>
          </p:cNvSpPr>
          <p:nvPr/>
        </p:nvSpPr>
        <p:spPr>
          <a:xfrm>
            <a:off x="2837212" y="752813"/>
            <a:ext cx="8868405" cy="4750261"/>
          </a:xfrm>
          <a:prstGeom prst="rect">
            <a:avLst/>
          </a:prstGeom>
        </p:spPr>
        <p:txBody>
          <a:bodyPr vert="horz">
            <a:normAutofit fontScale="25000" lnSpcReduction="20000"/>
          </a:bodyPr>
          <a:lst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a:lstStyle>
          <a:p>
            <a:pPr marL="0" marR="0">
              <a:lnSpc>
                <a:spcPct val="107000"/>
              </a:lnSpc>
              <a:spcBef>
                <a:spcPts val="0"/>
              </a:spcBef>
              <a:spcAft>
                <a:spcPts val="800"/>
              </a:spcAft>
            </a:pPr>
            <a:r>
              <a:rPr lang="en-US" sz="11200" b="1" dirty="0">
                <a:solidFill>
                  <a:srgbClr val="444444"/>
                </a:solidFill>
                <a:effectLst/>
                <a:latin typeface="Poppins" panose="00000500000000000000" pitchFamily="2" charset="0"/>
                <a:ea typeface="Calibri" panose="020F0502020204030204" pitchFamily="34" charset="0"/>
                <a:cs typeface="Poppins" panose="00000500000000000000" pitchFamily="2" charset="0"/>
              </a:rPr>
              <a:t>Q: Describe your ability, capacity and skill to perform the contract.</a:t>
            </a:r>
            <a:endParaRPr lang="en-US" sz="11200" dirty="0">
              <a:solidFill>
                <a:srgbClr val="444444"/>
              </a:solidFill>
              <a:effectLst/>
              <a:latin typeface="Poppins" panose="00000500000000000000" pitchFamily="2" charset="0"/>
              <a:ea typeface="Calibri" panose="020F0502020204030204" pitchFamily="34" charset="0"/>
              <a:cs typeface="Poppins" panose="00000500000000000000" pitchFamily="2" charset="0"/>
            </a:endParaRPr>
          </a:p>
          <a:p>
            <a:pPr marL="0" marR="0">
              <a:lnSpc>
                <a:spcPct val="107000"/>
              </a:lnSpc>
              <a:spcBef>
                <a:spcPts val="0"/>
              </a:spcBef>
              <a:spcAft>
                <a:spcPts val="800"/>
              </a:spcAft>
            </a:pPr>
            <a:r>
              <a:rPr lang="en-US" sz="7200" dirty="0">
                <a:solidFill>
                  <a:srgbClr val="444444"/>
                </a:solidFill>
                <a:effectLst/>
                <a:latin typeface="Poppins" panose="00000500000000000000" pitchFamily="2" charset="0"/>
                <a:ea typeface="Calibri" panose="020F0502020204030204" pitchFamily="34" charset="0"/>
                <a:cs typeface="Poppins" panose="00000500000000000000" pitchFamily="2" charset="0"/>
              </a:rPr>
              <a:t>Answer:</a:t>
            </a:r>
          </a:p>
          <a:p>
            <a:r>
              <a:rPr lang="en-US" sz="7200" dirty="0">
                <a:solidFill>
                  <a:srgbClr val="444444"/>
                </a:solidFill>
                <a:latin typeface="Poppins" panose="00000500000000000000" pitchFamily="2" charset="0"/>
                <a:cs typeface="Poppins" panose="00000500000000000000" pitchFamily="2" charset="0"/>
              </a:rPr>
              <a:t>TheBestCompany is the single best firm to perform this contract based on the following: </a:t>
            </a:r>
          </a:p>
          <a:p>
            <a:endParaRPr lang="en-US" sz="7200" dirty="0">
              <a:solidFill>
                <a:schemeClr val="tx1"/>
              </a:solidFill>
              <a:latin typeface="Poppins" panose="00000500000000000000" pitchFamily="2" charset="0"/>
              <a:cs typeface="Poppins" panose="00000500000000000000" pitchFamily="2" charset="0"/>
            </a:endParaRPr>
          </a:p>
          <a:p>
            <a:pPr marL="800100" lvl="1" indent="-342900">
              <a:buFont typeface="Arial" panose="020B0604020202020204" pitchFamily="34" charset="0"/>
              <a:buChar char="•"/>
            </a:pPr>
            <a:r>
              <a:rPr lang="en-US" sz="7200" dirty="0">
                <a:solidFill>
                  <a:srgbClr val="FF440B"/>
                </a:solidFill>
                <a:latin typeface="Poppins" panose="00000500000000000000" pitchFamily="2" charset="0"/>
                <a:cs typeface="Poppins" panose="00000500000000000000" pitchFamily="2" charset="0"/>
              </a:rPr>
              <a:t>CAPACITY</a:t>
            </a:r>
            <a:r>
              <a:rPr lang="en-US" sz="7200" dirty="0">
                <a:solidFill>
                  <a:srgbClr val="444444"/>
                </a:solidFill>
                <a:latin typeface="Poppins" panose="00000500000000000000" pitchFamily="2" charset="0"/>
                <a:cs typeface="Poppins" panose="00000500000000000000" pitchFamily="2" charset="0"/>
              </a:rPr>
              <a:t>: Over 20 dedicated </a:t>
            </a:r>
            <a:r>
              <a:rPr lang="en-US" sz="7200" b="1" dirty="0">
                <a:solidFill>
                  <a:srgbClr val="444444"/>
                </a:solidFill>
                <a:latin typeface="Poppins" panose="00000500000000000000" pitchFamily="2" charset="0"/>
                <a:cs typeface="Poppins" panose="00000500000000000000" pitchFamily="2" charset="0"/>
              </a:rPr>
              <a:t>staff</a:t>
            </a:r>
            <a:r>
              <a:rPr lang="en-US" sz="7200" dirty="0">
                <a:solidFill>
                  <a:srgbClr val="444444"/>
                </a:solidFill>
                <a:latin typeface="Poppins" panose="00000500000000000000" pitchFamily="2" charset="0"/>
                <a:cs typeface="Poppins" panose="00000500000000000000" pitchFamily="2" charset="0"/>
              </a:rPr>
              <a:t> with the educational background, industry-specific experience, and proven client testimonials;</a:t>
            </a:r>
          </a:p>
          <a:p>
            <a:pPr marL="800100" lvl="1" indent="-342900">
              <a:buFont typeface="Arial" panose="020B0604020202020204" pitchFamily="34" charset="0"/>
              <a:buChar char="•"/>
            </a:pPr>
            <a:r>
              <a:rPr lang="en-US" sz="7200" dirty="0">
                <a:solidFill>
                  <a:srgbClr val="FF440B"/>
                </a:solidFill>
                <a:latin typeface="Poppins" panose="00000500000000000000" pitchFamily="2" charset="0"/>
                <a:cs typeface="Poppins" panose="00000500000000000000" pitchFamily="2" charset="0"/>
              </a:rPr>
              <a:t>ABILITY</a:t>
            </a:r>
            <a:r>
              <a:rPr lang="en-US" sz="7200" dirty="0">
                <a:solidFill>
                  <a:srgbClr val="444444"/>
                </a:solidFill>
                <a:latin typeface="Poppins" panose="00000500000000000000" pitchFamily="2" charset="0"/>
                <a:cs typeface="Poppins" panose="00000500000000000000" pitchFamily="2" charset="0"/>
              </a:rPr>
              <a:t>: Over 30 years of firm experience with </a:t>
            </a:r>
            <a:r>
              <a:rPr lang="en-US" sz="7200" b="1" dirty="0">
                <a:solidFill>
                  <a:srgbClr val="444444"/>
                </a:solidFill>
                <a:latin typeface="Poppins" panose="00000500000000000000" pitchFamily="2" charset="0"/>
                <a:cs typeface="Poppins" panose="00000500000000000000" pitchFamily="2" charset="0"/>
              </a:rPr>
              <a:t>clients</a:t>
            </a:r>
            <a:r>
              <a:rPr lang="en-US" sz="7200" dirty="0">
                <a:solidFill>
                  <a:srgbClr val="444444"/>
                </a:solidFill>
                <a:latin typeface="Poppins" panose="00000500000000000000" pitchFamily="2" charset="0"/>
                <a:cs typeface="Poppins" panose="00000500000000000000" pitchFamily="2" charset="0"/>
              </a:rPr>
              <a:t> in 40 states; </a:t>
            </a:r>
          </a:p>
          <a:p>
            <a:pPr marL="800100" lvl="1" indent="-342900">
              <a:buFont typeface="Arial" panose="020B0604020202020204" pitchFamily="34" charset="0"/>
              <a:buChar char="•"/>
            </a:pPr>
            <a:r>
              <a:rPr lang="en-US" sz="7200" dirty="0">
                <a:solidFill>
                  <a:srgbClr val="FF440B"/>
                </a:solidFill>
                <a:latin typeface="Poppins" panose="00000500000000000000" pitchFamily="2" charset="0"/>
                <a:cs typeface="Poppins" panose="00000500000000000000" pitchFamily="2" charset="0"/>
              </a:rPr>
              <a:t>SKILL</a:t>
            </a:r>
            <a:r>
              <a:rPr lang="en-US" sz="7200" dirty="0">
                <a:solidFill>
                  <a:srgbClr val="444444"/>
                </a:solidFill>
                <a:latin typeface="Poppins" panose="00000500000000000000" pitchFamily="2" charset="0"/>
                <a:cs typeface="Poppins" panose="00000500000000000000" pitchFamily="2" charset="0"/>
              </a:rPr>
              <a:t>: Direct </a:t>
            </a:r>
            <a:r>
              <a:rPr lang="en-US" sz="7200" b="1" dirty="0">
                <a:solidFill>
                  <a:srgbClr val="444444"/>
                </a:solidFill>
                <a:latin typeface="Poppins" panose="00000500000000000000" pitchFamily="2" charset="0"/>
                <a:cs typeface="Poppins" panose="00000500000000000000" pitchFamily="2" charset="0"/>
              </a:rPr>
              <a:t>experience</a:t>
            </a:r>
            <a:r>
              <a:rPr lang="en-US" sz="7200" dirty="0">
                <a:solidFill>
                  <a:srgbClr val="444444"/>
                </a:solidFill>
                <a:latin typeface="Poppins" panose="00000500000000000000" pitchFamily="2" charset="0"/>
                <a:cs typeface="Poppins" panose="00000500000000000000" pitchFamily="2" charset="0"/>
              </a:rPr>
              <a:t> with all areas outlined in the Scope of Work</a:t>
            </a:r>
          </a:p>
          <a:p>
            <a:pPr marL="800100" lvl="1" indent="-342900">
              <a:buFont typeface="Arial" panose="020B0604020202020204" pitchFamily="34" charset="0"/>
              <a:buChar char="•"/>
            </a:pPr>
            <a:endParaRPr lang="en-US" sz="7200" dirty="0">
              <a:solidFill>
                <a:srgbClr val="444444"/>
              </a:solidFill>
              <a:latin typeface="Poppins" panose="00000500000000000000" pitchFamily="2" charset="0"/>
              <a:cs typeface="Poppins" panose="00000500000000000000" pitchFamily="2" charset="0"/>
            </a:endParaRPr>
          </a:p>
          <a:p>
            <a:r>
              <a:rPr lang="en-US" sz="7200" u="sng" dirty="0">
                <a:solidFill>
                  <a:srgbClr val="444444"/>
                </a:solidFill>
                <a:latin typeface="Poppins" panose="00000500000000000000" pitchFamily="2" charset="0"/>
                <a:cs typeface="Poppins" panose="00000500000000000000" pitchFamily="2" charset="0"/>
              </a:rPr>
              <a:t>CAPACITY</a:t>
            </a:r>
          </a:p>
          <a:p>
            <a:r>
              <a:rPr lang="en-US" sz="7200" dirty="0">
                <a:solidFill>
                  <a:srgbClr val="444444"/>
                </a:solidFill>
                <a:latin typeface="Poppins" panose="00000500000000000000" pitchFamily="2" charset="0"/>
                <a:cs typeface="Poppins" panose="00000500000000000000" pitchFamily="2" charset="0"/>
              </a:rPr>
              <a:t>(more detail)</a:t>
            </a:r>
          </a:p>
          <a:p>
            <a:endParaRPr lang="en-US" sz="7200" dirty="0">
              <a:solidFill>
                <a:srgbClr val="444444"/>
              </a:solidFill>
              <a:latin typeface="Poppins" panose="00000500000000000000" pitchFamily="2" charset="0"/>
              <a:cs typeface="Poppins" panose="00000500000000000000" pitchFamily="2" charset="0"/>
            </a:endParaRPr>
          </a:p>
          <a:p>
            <a:r>
              <a:rPr lang="en-US" sz="7200" u="sng" dirty="0">
                <a:solidFill>
                  <a:srgbClr val="444444"/>
                </a:solidFill>
                <a:latin typeface="Poppins" panose="00000500000000000000" pitchFamily="2" charset="0"/>
                <a:cs typeface="Poppins" panose="00000500000000000000" pitchFamily="2" charset="0"/>
              </a:rPr>
              <a:t>ABILITY</a:t>
            </a:r>
          </a:p>
          <a:p>
            <a:r>
              <a:rPr lang="en-US" sz="7200" dirty="0">
                <a:solidFill>
                  <a:srgbClr val="444444"/>
                </a:solidFill>
                <a:latin typeface="Poppins" panose="00000500000000000000" pitchFamily="2" charset="0"/>
                <a:cs typeface="Poppins" panose="00000500000000000000" pitchFamily="2" charset="0"/>
              </a:rPr>
              <a:t>(more detail)</a:t>
            </a:r>
          </a:p>
          <a:p>
            <a:endParaRPr lang="en-US" sz="7200" b="1" dirty="0">
              <a:solidFill>
                <a:srgbClr val="444444"/>
              </a:solidFill>
              <a:latin typeface="Poppins" panose="00000500000000000000" pitchFamily="2" charset="0"/>
              <a:cs typeface="Poppins" panose="00000500000000000000" pitchFamily="2" charset="0"/>
            </a:endParaRPr>
          </a:p>
          <a:p>
            <a:r>
              <a:rPr lang="en-US" sz="7200" u="sng" dirty="0">
                <a:solidFill>
                  <a:srgbClr val="444444"/>
                </a:solidFill>
                <a:latin typeface="Poppins" panose="00000500000000000000" pitchFamily="2" charset="0"/>
                <a:cs typeface="Poppins" panose="00000500000000000000" pitchFamily="2" charset="0"/>
              </a:rPr>
              <a:t>SKILL</a:t>
            </a:r>
          </a:p>
          <a:p>
            <a:r>
              <a:rPr lang="en-US" sz="7200" u="sng" dirty="0">
                <a:solidFill>
                  <a:srgbClr val="444444"/>
                </a:solidFill>
                <a:latin typeface="Poppins" panose="00000500000000000000" pitchFamily="2" charset="0"/>
                <a:cs typeface="Poppins" panose="00000500000000000000" pitchFamily="2" charset="0"/>
              </a:rPr>
              <a:t>(more detail)</a:t>
            </a:r>
            <a:endParaRPr lang="en-US" sz="7200" kern="0" dirty="0">
              <a:solidFill>
                <a:srgbClr val="444444"/>
              </a:solidFill>
              <a:latin typeface="Poppins" panose="00000500000000000000" pitchFamily="2" charset="0"/>
              <a:cs typeface="Poppins" panose="00000500000000000000" pitchFamily="2" charset="0"/>
            </a:endParaRPr>
          </a:p>
          <a:p>
            <a:endParaRPr lang="en-US" sz="2400" kern="0" dirty="0">
              <a:solidFill>
                <a:srgbClr val="444444"/>
              </a:solidFill>
              <a:latin typeface="Poppins" panose="00000500000000000000" pitchFamily="2" charset="0"/>
              <a:cs typeface="Poppins" panose="00000500000000000000" pitchFamily="2" charset="0"/>
            </a:endParaRPr>
          </a:p>
          <a:p>
            <a:pPr marL="514350" indent="-514350">
              <a:lnSpc>
                <a:spcPct val="150000"/>
              </a:lnSpc>
              <a:buFont typeface="+mj-lt"/>
              <a:buAutoNum type="romanUcPeriod"/>
            </a:pPr>
            <a:endParaRPr lang="en-US" sz="2000" kern="0" dirty="0"/>
          </a:p>
        </p:txBody>
      </p:sp>
    </p:spTree>
    <p:extLst>
      <p:ext uri="{BB962C8B-B14F-4D97-AF65-F5344CB8AC3E}">
        <p14:creationId xmlns:p14="http://schemas.microsoft.com/office/powerpoint/2010/main" val="33027748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6BE0B047-80AB-192C-B53D-CFFC9470A648}"/>
              </a:ext>
            </a:extLst>
          </p:cNvPr>
          <p:cNvSpPr txBox="1">
            <a:spLocks/>
          </p:cNvSpPr>
          <p:nvPr/>
        </p:nvSpPr>
        <p:spPr>
          <a:xfrm>
            <a:off x="990600" y="1978025"/>
            <a:ext cx="10515600" cy="435133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dirty="0">
                <a:solidFill>
                  <a:srgbClr val="444444"/>
                </a:solidFill>
                <a:latin typeface="Poppins"/>
                <a:cs typeface="Poppins"/>
              </a:rPr>
              <a:t>Keep language simple and concise</a:t>
            </a:r>
          </a:p>
          <a:p>
            <a:pPr marL="0" indent="0" algn="l">
              <a:buNone/>
            </a:pPr>
            <a:endParaRPr lang="en-US" sz="900" i="0" dirty="0">
              <a:solidFill>
                <a:srgbClr val="1D1C1D"/>
              </a:solidFill>
              <a:effectLst/>
              <a:latin typeface="Slack-Lato"/>
            </a:endParaRPr>
          </a:p>
          <a:p>
            <a:r>
              <a:rPr lang="en-US" sz="2000" dirty="0">
                <a:solidFill>
                  <a:srgbClr val="444444"/>
                </a:solidFill>
                <a:latin typeface="Poppins"/>
                <a:cs typeface="Poppins"/>
              </a:rPr>
              <a:t>Avoid a lot of multi-syllabic words, for example: </a:t>
            </a:r>
            <a:endParaRPr lang="en-US" sz="2000" dirty="0">
              <a:solidFill>
                <a:srgbClr val="444444"/>
              </a:solidFill>
              <a:latin typeface="Poppins" panose="00000500000000000000" pitchFamily="2" charset="0"/>
              <a:cs typeface="Poppins" panose="00000500000000000000" pitchFamily="2" charset="0"/>
            </a:endParaRPr>
          </a:p>
          <a:p>
            <a:pPr marL="0" indent="0" algn="l">
              <a:buNone/>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graphicFrame>
        <p:nvGraphicFramePr>
          <p:cNvPr id="3" name="Table 3">
            <a:extLst>
              <a:ext uri="{FF2B5EF4-FFF2-40B4-BE49-F238E27FC236}">
                <a16:creationId xmlns:a16="http://schemas.microsoft.com/office/drawing/2014/main" id="{C1018FCC-0980-B3B9-7DB0-807825A46B5A}"/>
              </a:ext>
            </a:extLst>
          </p:cNvPr>
          <p:cNvGraphicFramePr>
            <a:graphicFrameLocks noGrp="1"/>
          </p:cNvGraphicFramePr>
          <p:nvPr>
            <p:extLst>
              <p:ext uri="{D42A27DB-BD31-4B8C-83A1-F6EECF244321}">
                <p14:modId xmlns:p14="http://schemas.microsoft.com/office/powerpoint/2010/main" val="2486107960"/>
              </p:ext>
            </p:extLst>
          </p:nvPr>
        </p:nvGraphicFramePr>
        <p:xfrm>
          <a:off x="1951547" y="3350407"/>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46994600"/>
                    </a:ext>
                  </a:extLst>
                </a:gridCol>
                <a:gridCol w="4064000">
                  <a:extLst>
                    <a:ext uri="{9D8B030D-6E8A-4147-A177-3AD203B41FA5}">
                      <a16:colId xmlns:a16="http://schemas.microsoft.com/office/drawing/2014/main" val="2592599758"/>
                    </a:ext>
                  </a:extLst>
                </a:gridCol>
              </a:tblGrid>
              <a:tr h="370840">
                <a:tc>
                  <a:txBody>
                    <a:bodyPr/>
                    <a:lstStyle/>
                    <a:p>
                      <a:r>
                        <a:rPr lang="en-US">
                          <a:latin typeface="Poppins" panose="00000500000000000000" pitchFamily="2" charset="0"/>
                          <a:cs typeface="Poppins" panose="00000500000000000000" pitchFamily="2" charset="0"/>
                        </a:rPr>
                        <a:t>Instead of:</a:t>
                      </a:r>
                    </a:p>
                  </a:txBody>
                  <a:tcPr>
                    <a:solidFill>
                      <a:schemeClr val="tx1"/>
                    </a:solidFill>
                  </a:tcPr>
                </a:tc>
                <a:tc>
                  <a:txBody>
                    <a:bodyPr/>
                    <a:lstStyle/>
                    <a:p>
                      <a:r>
                        <a:rPr lang="en-US">
                          <a:latin typeface="Poppins" panose="00000500000000000000" pitchFamily="2" charset="0"/>
                          <a:cs typeface="Poppins" panose="00000500000000000000" pitchFamily="2" charset="0"/>
                        </a:rPr>
                        <a:t>Use:</a:t>
                      </a:r>
                    </a:p>
                  </a:txBody>
                  <a:tcPr>
                    <a:solidFill>
                      <a:schemeClr val="tx1"/>
                    </a:solidFill>
                  </a:tcPr>
                </a:tc>
                <a:extLst>
                  <a:ext uri="{0D108BD9-81ED-4DB2-BD59-A6C34878D82A}">
                    <a16:rowId xmlns:a16="http://schemas.microsoft.com/office/drawing/2014/main" val="3962714278"/>
                  </a:ext>
                </a:extLst>
              </a:tr>
              <a:tr h="370840">
                <a:tc>
                  <a:txBody>
                    <a:bodyPr/>
                    <a:lstStyle/>
                    <a:p>
                      <a:r>
                        <a:rPr lang="en-US">
                          <a:latin typeface="Poppins" panose="00000500000000000000" pitchFamily="2" charset="0"/>
                          <a:cs typeface="Poppins" panose="00000500000000000000" pitchFamily="2" charset="0"/>
                        </a:rPr>
                        <a:t>In the near future</a:t>
                      </a:r>
                    </a:p>
                  </a:txBody>
                  <a:tcPr>
                    <a:solidFill>
                      <a:srgbClr val="C0C0C0"/>
                    </a:solidFill>
                  </a:tcPr>
                </a:tc>
                <a:tc>
                  <a:txBody>
                    <a:bodyPr/>
                    <a:lstStyle/>
                    <a:p>
                      <a:r>
                        <a:rPr lang="en-US">
                          <a:latin typeface="Poppins" panose="00000500000000000000" pitchFamily="2" charset="0"/>
                          <a:cs typeface="Poppins" panose="00000500000000000000" pitchFamily="2" charset="0"/>
                        </a:rPr>
                        <a:t>Soon or Shortly</a:t>
                      </a:r>
                    </a:p>
                  </a:txBody>
                  <a:tcPr>
                    <a:solidFill>
                      <a:srgbClr val="C0C0C0"/>
                    </a:solidFill>
                  </a:tcPr>
                </a:tc>
                <a:extLst>
                  <a:ext uri="{0D108BD9-81ED-4DB2-BD59-A6C34878D82A}">
                    <a16:rowId xmlns:a16="http://schemas.microsoft.com/office/drawing/2014/main" val="1598569358"/>
                  </a:ext>
                </a:extLst>
              </a:tr>
              <a:tr h="370840">
                <a:tc>
                  <a:txBody>
                    <a:bodyPr/>
                    <a:lstStyle/>
                    <a:p>
                      <a:r>
                        <a:rPr lang="en-US">
                          <a:latin typeface="Poppins" panose="00000500000000000000" pitchFamily="2" charset="0"/>
                          <a:cs typeface="Poppins" panose="00000500000000000000" pitchFamily="2" charset="0"/>
                        </a:rPr>
                        <a:t>Facilitate</a:t>
                      </a:r>
                    </a:p>
                  </a:txBody>
                  <a:tcPr>
                    <a:solidFill>
                      <a:schemeClr val="bg1"/>
                    </a:solidFill>
                  </a:tcPr>
                </a:tc>
                <a:tc>
                  <a:txBody>
                    <a:bodyPr/>
                    <a:lstStyle/>
                    <a:p>
                      <a:r>
                        <a:rPr lang="en-US">
                          <a:latin typeface="Poppins" panose="00000500000000000000" pitchFamily="2" charset="0"/>
                          <a:cs typeface="Poppins" panose="00000500000000000000" pitchFamily="2" charset="0"/>
                        </a:rPr>
                        <a:t>Help</a:t>
                      </a:r>
                    </a:p>
                  </a:txBody>
                  <a:tcPr>
                    <a:solidFill>
                      <a:schemeClr val="bg1"/>
                    </a:solidFill>
                  </a:tcPr>
                </a:tc>
                <a:extLst>
                  <a:ext uri="{0D108BD9-81ED-4DB2-BD59-A6C34878D82A}">
                    <a16:rowId xmlns:a16="http://schemas.microsoft.com/office/drawing/2014/main" val="4139756828"/>
                  </a:ext>
                </a:extLst>
              </a:tr>
              <a:tr h="370840">
                <a:tc>
                  <a:txBody>
                    <a:bodyPr/>
                    <a:lstStyle/>
                    <a:p>
                      <a:r>
                        <a:rPr lang="en-US">
                          <a:latin typeface="Poppins" panose="00000500000000000000" pitchFamily="2" charset="0"/>
                          <a:cs typeface="Poppins" panose="00000500000000000000" pitchFamily="2" charset="0"/>
                        </a:rPr>
                        <a:t>Subsequently</a:t>
                      </a:r>
                    </a:p>
                  </a:txBody>
                  <a:tcPr>
                    <a:solidFill>
                      <a:srgbClr val="C0C0C0"/>
                    </a:solidFill>
                  </a:tcPr>
                </a:tc>
                <a:tc>
                  <a:txBody>
                    <a:bodyPr/>
                    <a:lstStyle/>
                    <a:p>
                      <a:r>
                        <a:rPr lang="en-US">
                          <a:latin typeface="Poppins" panose="00000500000000000000" pitchFamily="2" charset="0"/>
                          <a:cs typeface="Poppins" panose="00000500000000000000" pitchFamily="2" charset="0"/>
                        </a:rPr>
                        <a:t>Then</a:t>
                      </a:r>
                    </a:p>
                  </a:txBody>
                  <a:tcPr>
                    <a:solidFill>
                      <a:srgbClr val="C0C0C0"/>
                    </a:solidFill>
                  </a:tcPr>
                </a:tc>
                <a:extLst>
                  <a:ext uri="{0D108BD9-81ED-4DB2-BD59-A6C34878D82A}">
                    <a16:rowId xmlns:a16="http://schemas.microsoft.com/office/drawing/2014/main" val="3924700633"/>
                  </a:ext>
                </a:extLst>
              </a:tr>
              <a:tr h="370840">
                <a:tc>
                  <a:txBody>
                    <a:bodyPr/>
                    <a:lstStyle/>
                    <a:p>
                      <a:r>
                        <a:rPr lang="en-US">
                          <a:latin typeface="Poppins" panose="00000500000000000000" pitchFamily="2" charset="0"/>
                          <a:cs typeface="Poppins" panose="00000500000000000000" pitchFamily="2" charset="0"/>
                        </a:rPr>
                        <a:t>It is our intention to</a:t>
                      </a:r>
                    </a:p>
                  </a:txBody>
                  <a:tcPr>
                    <a:solidFill>
                      <a:schemeClr val="bg1"/>
                    </a:solidFill>
                  </a:tcPr>
                </a:tc>
                <a:tc>
                  <a:txBody>
                    <a:bodyPr/>
                    <a:lstStyle/>
                    <a:p>
                      <a:r>
                        <a:rPr lang="en-US">
                          <a:latin typeface="Poppins" panose="00000500000000000000" pitchFamily="2" charset="0"/>
                          <a:cs typeface="Poppins" panose="00000500000000000000" pitchFamily="2" charset="0"/>
                        </a:rPr>
                        <a:t>We will </a:t>
                      </a:r>
                      <a:r>
                        <a:rPr lang="en-US" i="1">
                          <a:latin typeface="Poppins" panose="00000500000000000000" pitchFamily="2" charset="0"/>
                          <a:cs typeface="Poppins" panose="00000500000000000000" pitchFamily="2" charset="0"/>
                        </a:rPr>
                        <a:t>or </a:t>
                      </a:r>
                      <a:r>
                        <a:rPr lang="en-US" i="0">
                          <a:latin typeface="Poppins" panose="00000500000000000000" pitchFamily="2" charset="0"/>
                          <a:cs typeface="Poppins" panose="00000500000000000000" pitchFamily="2" charset="0"/>
                        </a:rPr>
                        <a:t>We intend to</a:t>
                      </a:r>
                      <a:endParaRPr lang="en-US">
                        <a:latin typeface="Poppins" panose="00000500000000000000" pitchFamily="2" charset="0"/>
                        <a:cs typeface="Poppins" panose="00000500000000000000" pitchFamily="2" charset="0"/>
                      </a:endParaRPr>
                    </a:p>
                  </a:txBody>
                  <a:tcPr>
                    <a:solidFill>
                      <a:schemeClr val="bg1"/>
                    </a:solidFill>
                  </a:tcPr>
                </a:tc>
                <a:extLst>
                  <a:ext uri="{0D108BD9-81ED-4DB2-BD59-A6C34878D82A}">
                    <a16:rowId xmlns:a16="http://schemas.microsoft.com/office/drawing/2014/main" val="3709860002"/>
                  </a:ext>
                </a:extLst>
              </a:tr>
              <a:tr h="370840">
                <a:tc>
                  <a:txBody>
                    <a:bodyPr/>
                    <a:lstStyle/>
                    <a:p>
                      <a:r>
                        <a:rPr lang="en-US">
                          <a:latin typeface="Poppins" panose="00000500000000000000" pitchFamily="2" charset="0"/>
                          <a:cs typeface="Poppins" panose="00000500000000000000" pitchFamily="2" charset="0"/>
                        </a:rPr>
                        <a:t>Have to</a:t>
                      </a:r>
                    </a:p>
                  </a:txBody>
                  <a:tcPr>
                    <a:solidFill>
                      <a:srgbClr val="C0C0C0"/>
                    </a:solidFill>
                  </a:tcPr>
                </a:tc>
                <a:tc>
                  <a:txBody>
                    <a:bodyPr/>
                    <a:lstStyle/>
                    <a:p>
                      <a:r>
                        <a:rPr lang="en-US" dirty="0">
                          <a:latin typeface="Poppins" panose="00000500000000000000" pitchFamily="2" charset="0"/>
                          <a:cs typeface="Poppins" panose="00000500000000000000" pitchFamily="2" charset="0"/>
                        </a:rPr>
                        <a:t>Must</a:t>
                      </a:r>
                    </a:p>
                  </a:txBody>
                  <a:tcPr>
                    <a:solidFill>
                      <a:srgbClr val="C0C0C0"/>
                    </a:solidFill>
                  </a:tcPr>
                </a:tc>
                <a:extLst>
                  <a:ext uri="{0D108BD9-81ED-4DB2-BD59-A6C34878D82A}">
                    <a16:rowId xmlns:a16="http://schemas.microsoft.com/office/drawing/2014/main" val="1680147908"/>
                  </a:ext>
                </a:extLst>
              </a:tr>
              <a:tr h="370840">
                <a:tc>
                  <a:txBody>
                    <a:bodyPr/>
                    <a:lstStyle/>
                    <a:p>
                      <a:r>
                        <a:rPr lang="en-US">
                          <a:latin typeface="Poppins" panose="00000500000000000000" pitchFamily="2" charset="0"/>
                          <a:cs typeface="Poppins" panose="00000500000000000000" pitchFamily="2" charset="0"/>
                        </a:rPr>
                        <a:t>Take into consideration</a:t>
                      </a:r>
                    </a:p>
                  </a:txBody>
                  <a:tcPr>
                    <a:solidFill>
                      <a:schemeClr val="bg1"/>
                    </a:solidFill>
                  </a:tcPr>
                </a:tc>
                <a:tc>
                  <a:txBody>
                    <a:bodyPr/>
                    <a:lstStyle/>
                    <a:p>
                      <a:r>
                        <a:rPr lang="en-US" dirty="0">
                          <a:latin typeface="Poppins" panose="00000500000000000000" pitchFamily="2" charset="0"/>
                          <a:cs typeface="Poppins" panose="00000500000000000000" pitchFamily="2" charset="0"/>
                        </a:rPr>
                        <a:t>Consider</a:t>
                      </a:r>
                    </a:p>
                  </a:txBody>
                  <a:tcPr>
                    <a:solidFill>
                      <a:schemeClr val="bg1"/>
                    </a:solidFill>
                  </a:tcPr>
                </a:tc>
                <a:extLst>
                  <a:ext uri="{0D108BD9-81ED-4DB2-BD59-A6C34878D82A}">
                    <a16:rowId xmlns:a16="http://schemas.microsoft.com/office/drawing/2014/main" val="3721729250"/>
                  </a:ext>
                </a:extLst>
              </a:tr>
              <a:tr h="370840">
                <a:tc>
                  <a:txBody>
                    <a:bodyPr/>
                    <a:lstStyle/>
                    <a:p>
                      <a:r>
                        <a:rPr lang="en-US">
                          <a:latin typeface="Poppins" panose="00000500000000000000" pitchFamily="2" charset="0"/>
                          <a:cs typeface="Poppins" panose="00000500000000000000" pitchFamily="2" charset="0"/>
                        </a:rPr>
                        <a:t>In the event that</a:t>
                      </a:r>
                    </a:p>
                  </a:txBody>
                  <a:tcPr>
                    <a:solidFill>
                      <a:srgbClr val="C0C0C0"/>
                    </a:solidFill>
                  </a:tcPr>
                </a:tc>
                <a:tc>
                  <a:txBody>
                    <a:bodyPr/>
                    <a:lstStyle/>
                    <a:p>
                      <a:r>
                        <a:rPr lang="en-US" dirty="0">
                          <a:latin typeface="Poppins" panose="00000500000000000000" pitchFamily="2" charset="0"/>
                          <a:cs typeface="Poppins" panose="00000500000000000000" pitchFamily="2" charset="0"/>
                        </a:rPr>
                        <a:t>Provided</a:t>
                      </a:r>
                    </a:p>
                  </a:txBody>
                  <a:tcPr>
                    <a:solidFill>
                      <a:srgbClr val="C0C0C0"/>
                    </a:solidFill>
                  </a:tcPr>
                </a:tc>
                <a:extLst>
                  <a:ext uri="{0D108BD9-81ED-4DB2-BD59-A6C34878D82A}">
                    <a16:rowId xmlns:a16="http://schemas.microsoft.com/office/drawing/2014/main" val="2817914206"/>
                  </a:ext>
                </a:extLst>
              </a:tr>
            </a:tbl>
          </a:graphicData>
        </a:graphic>
      </p:graphicFrame>
      <p:sp>
        <p:nvSpPr>
          <p:cNvPr id="4" name="TextBox 3">
            <a:extLst>
              <a:ext uri="{FF2B5EF4-FFF2-40B4-BE49-F238E27FC236}">
                <a16:creationId xmlns:a16="http://schemas.microsoft.com/office/drawing/2014/main" id="{D1CCAFCA-7790-245C-C2D1-D706A6372C75}"/>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1458332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A6F1025-B339-08B9-9C47-FEFC25DD67C2}"/>
              </a:ext>
            </a:extLst>
          </p:cNvPr>
          <p:cNvSpPr txBox="1"/>
          <p:nvPr/>
        </p:nvSpPr>
        <p:spPr>
          <a:xfrm>
            <a:off x="1270876" y="1240018"/>
            <a:ext cx="3372183" cy="3970318"/>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8 words or less</a:t>
            </a:r>
          </a:p>
          <a:p>
            <a:pPr marL="514350" indent="-514350">
              <a:buFont typeface="+mj-lt"/>
              <a:buAutoNum type="arabicPeriod"/>
            </a:pPr>
            <a:endParaRPr lang="en-US" sz="280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14 words long</a:t>
            </a:r>
          </a:p>
          <a:p>
            <a:pPr marL="514350" indent="-514350">
              <a:buFont typeface="+mj-lt"/>
              <a:buAutoNum type="arabicPeriod"/>
            </a:pPr>
            <a:endParaRPr lang="en-US" sz="280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43 words long</a:t>
            </a:r>
          </a:p>
          <a:p>
            <a:pPr marL="514350" indent="-514350">
              <a:buFont typeface="+mj-lt"/>
              <a:buAutoNum type="arabicPeriod"/>
            </a:pPr>
            <a:endParaRPr lang="en-US" sz="2800">
              <a:solidFill>
                <a:schemeClr val="tx1"/>
              </a:solidFill>
              <a:latin typeface="Slack-Lato"/>
              <a:ea typeface="Oswald Light" charset="0"/>
              <a:cs typeface="Oswald Light" charset="0"/>
            </a:endParaRPr>
          </a:p>
          <a:p>
            <a:endParaRPr lang="en-US" sz="2800">
              <a:solidFill>
                <a:schemeClr val="tx1"/>
              </a:solidFill>
              <a:latin typeface="Slack-Lato"/>
              <a:ea typeface="Oswald Light" charset="0"/>
              <a:cs typeface="Oswald Light" charset="0"/>
            </a:endParaRPr>
          </a:p>
        </p:txBody>
      </p:sp>
      <p:sp>
        <p:nvSpPr>
          <p:cNvPr id="4" name="TextBox 3">
            <a:extLst>
              <a:ext uri="{FF2B5EF4-FFF2-40B4-BE49-F238E27FC236}">
                <a16:creationId xmlns:a16="http://schemas.microsoft.com/office/drawing/2014/main" id="{2104418E-2B91-0CE3-301C-18DFD76930F6}"/>
              </a:ext>
            </a:extLst>
          </p:cNvPr>
          <p:cNvSpPr txBox="1"/>
          <p:nvPr/>
        </p:nvSpPr>
        <p:spPr>
          <a:xfrm>
            <a:off x="5399649" y="1240019"/>
            <a:ext cx="6222858" cy="3539430"/>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Less than 10%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90%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100% Comprehension</a:t>
            </a:r>
          </a:p>
          <a:p>
            <a:endParaRPr lang="en-US" sz="2800">
              <a:solidFill>
                <a:schemeClr val="tx1"/>
              </a:solidFill>
              <a:latin typeface="Slack-Lato"/>
              <a:ea typeface="Oswald Light" charset="0"/>
              <a:cs typeface="Oswald Light" charset="0"/>
            </a:endParaRPr>
          </a:p>
        </p:txBody>
      </p:sp>
      <p:sp>
        <p:nvSpPr>
          <p:cNvPr id="2" name="TextBox 1">
            <a:extLst>
              <a:ext uri="{FF2B5EF4-FFF2-40B4-BE49-F238E27FC236}">
                <a16:creationId xmlns:a16="http://schemas.microsoft.com/office/drawing/2014/main" id="{197EF804-1998-04A4-D5D5-8AFC6DB355FA}"/>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1419562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A6F1025-B339-08B9-9C47-FEFC25DD67C2}"/>
              </a:ext>
            </a:extLst>
          </p:cNvPr>
          <p:cNvSpPr txBox="1"/>
          <p:nvPr/>
        </p:nvSpPr>
        <p:spPr>
          <a:xfrm>
            <a:off x="1270876" y="1240018"/>
            <a:ext cx="3372183" cy="3970318"/>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8 words or less</a:t>
            </a:r>
          </a:p>
          <a:p>
            <a:pPr marL="514350" indent="-514350">
              <a:buFont typeface="+mj-lt"/>
              <a:buAutoNum type="arabicPeriod"/>
            </a:pPr>
            <a:endParaRPr lang="en-US" sz="280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14 words long</a:t>
            </a:r>
          </a:p>
          <a:p>
            <a:pPr marL="514350" indent="-514350">
              <a:buFont typeface="+mj-lt"/>
              <a:buAutoNum type="arabicPeriod"/>
            </a:pPr>
            <a:endParaRPr lang="en-US" sz="280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43 words long</a:t>
            </a:r>
          </a:p>
          <a:p>
            <a:pPr marL="514350" indent="-514350">
              <a:buFont typeface="+mj-lt"/>
              <a:buAutoNum type="arabicPeriod"/>
            </a:pPr>
            <a:endParaRPr lang="en-US" sz="2800">
              <a:solidFill>
                <a:schemeClr val="tx1"/>
              </a:solidFill>
              <a:latin typeface="Slack-Lato"/>
              <a:ea typeface="Oswald Light" charset="0"/>
              <a:cs typeface="Oswald Light" charset="0"/>
            </a:endParaRPr>
          </a:p>
          <a:p>
            <a:endParaRPr lang="en-US" sz="2800">
              <a:solidFill>
                <a:schemeClr val="tx1"/>
              </a:solidFill>
              <a:latin typeface="Slack-Lato"/>
              <a:ea typeface="Oswald Light" charset="0"/>
              <a:cs typeface="Oswald Light" charset="0"/>
            </a:endParaRPr>
          </a:p>
        </p:txBody>
      </p:sp>
      <p:sp>
        <p:nvSpPr>
          <p:cNvPr id="4" name="TextBox 3">
            <a:extLst>
              <a:ext uri="{FF2B5EF4-FFF2-40B4-BE49-F238E27FC236}">
                <a16:creationId xmlns:a16="http://schemas.microsoft.com/office/drawing/2014/main" id="{2104418E-2B91-0CE3-301C-18DFD76930F6}"/>
              </a:ext>
            </a:extLst>
          </p:cNvPr>
          <p:cNvSpPr txBox="1"/>
          <p:nvPr/>
        </p:nvSpPr>
        <p:spPr>
          <a:xfrm>
            <a:off x="5399649" y="1240019"/>
            <a:ext cx="6222858" cy="3539430"/>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Less than 10%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90%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100% Comprehension</a:t>
            </a:r>
          </a:p>
          <a:p>
            <a:endParaRPr lang="en-US" sz="2800">
              <a:solidFill>
                <a:schemeClr val="tx1"/>
              </a:solidFill>
              <a:latin typeface="Slack-Lato"/>
              <a:ea typeface="Oswald Light" charset="0"/>
              <a:cs typeface="Oswald Light" charset="0"/>
            </a:endParaRPr>
          </a:p>
        </p:txBody>
      </p:sp>
      <p:cxnSp>
        <p:nvCxnSpPr>
          <p:cNvPr id="2" name="Straight Arrow Connector 1">
            <a:extLst>
              <a:ext uri="{FF2B5EF4-FFF2-40B4-BE49-F238E27FC236}">
                <a16:creationId xmlns:a16="http://schemas.microsoft.com/office/drawing/2014/main" id="{8D3E3B4B-8C10-D707-A943-0E97DE98188A}"/>
              </a:ext>
            </a:extLst>
          </p:cNvPr>
          <p:cNvCxnSpPr>
            <a:cxnSpLocks/>
          </p:cNvCxnSpPr>
          <p:nvPr/>
        </p:nvCxnSpPr>
        <p:spPr>
          <a:xfrm>
            <a:off x="4518837" y="2456121"/>
            <a:ext cx="967563" cy="1424763"/>
          </a:xfrm>
          <a:prstGeom prst="straightConnector1">
            <a:avLst/>
          </a:prstGeom>
          <a:ln w="57150">
            <a:solidFill>
              <a:srgbClr val="FF440B"/>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25B9181-08C1-D440-111B-C413D786FC74}"/>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4126688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A6F1025-B339-08B9-9C47-FEFC25DD67C2}"/>
              </a:ext>
            </a:extLst>
          </p:cNvPr>
          <p:cNvSpPr txBox="1"/>
          <p:nvPr/>
        </p:nvSpPr>
        <p:spPr>
          <a:xfrm>
            <a:off x="1270876" y="1240018"/>
            <a:ext cx="3372183" cy="3970318"/>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8 words or less</a:t>
            </a:r>
          </a:p>
          <a:p>
            <a:pPr marL="514350" indent="-514350">
              <a:buFont typeface="+mj-lt"/>
              <a:buAutoNum type="arabicPeriod"/>
            </a:pPr>
            <a:endParaRPr lang="en-US" sz="280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14 words long</a:t>
            </a:r>
          </a:p>
          <a:p>
            <a:pPr marL="514350" indent="-514350">
              <a:buFont typeface="+mj-lt"/>
              <a:buAutoNum type="arabicPeriod"/>
            </a:pPr>
            <a:endParaRPr lang="en-US" sz="280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ea typeface="Oswald Light" charset="0"/>
                <a:cs typeface="Poppins" panose="00000500000000000000" pitchFamily="2" charset="0"/>
              </a:rPr>
              <a:t>43 words long</a:t>
            </a:r>
          </a:p>
          <a:p>
            <a:pPr marL="514350" indent="-514350">
              <a:buFont typeface="+mj-lt"/>
              <a:buAutoNum type="arabicPeriod"/>
            </a:pPr>
            <a:endParaRPr lang="en-US" sz="2800">
              <a:solidFill>
                <a:schemeClr val="tx1"/>
              </a:solidFill>
              <a:latin typeface="Slack-Lato"/>
              <a:ea typeface="Oswald Light" charset="0"/>
              <a:cs typeface="Oswald Light" charset="0"/>
            </a:endParaRPr>
          </a:p>
          <a:p>
            <a:endParaRPr lang="en-US" sz="2800">
              <a:solidFill>
                <a:schemeClr val="tx1"/>
              </a:solidFill>
              <a:latin typeface="Slack-Lato"/>
              <a:ea typeface="Oswald Light" charset="0"/>
              <a:cs typeface="Oswald Light" charset="0"/>
            </a:endParaRPr>
          </a:p>
        </p:txBody>
      </p:sp>
      <p:sp>
        <p:nvSpPr>
          <p:cNvPr id="4" name="TextBox 3">
            <a:extLst>
              <a:ext uri="{FF2B5EF4-FFF2-40B4-BE49-F238E27FC236}">
                <a16:creationId xmlns:a16="http://schemas.microsoft.com/office/drawing/2014/main" id="{2104418E-2B91-0CE3-301C-18DFD76930F6}"/>
              </a:ext>
            </a:extLst>
          </p:cNvPr>
          <p:cNvSpPr txBox="1"/>
          <p:nvPr/>
        </p:nvSpPr>
        <p:spPr>
          <a:xfrm>
            <a:off x="5399649" y="1240019"/>
            <a:ext cx="6222858" cy="3539430"/>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Less than 10%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90%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100% Comprehension</a:t>
            </a:r>
          </a:p>
          <a:p>
            <a:endParaRPr lang="en-US" sz="2800">
              <a:solidFill>
                <a:schemeClr val="tx1"/>
              </a:solidFill>
              <a:latin typeface="Slack-Lato"/>
              <a:ea typeface="Oswald Light" charset="0"/>
              <a:cs typeface="Oswald Light" charset="0"/>
            </a:endParaRPr>
          </a:p>
        </p:txBody>
      </p:sp>
      <p:cxnSp>
        <p:nvCxnSpPr>
          <p:cNvPr id="2" name="Straight Arrow Connector 1">
            <a:extLst>
              <a:ext uri="{FF2B5EF4-FFF2-40B4-BE49-F238E27FC236}">
                <a16:creationId xmlns:a16="http://schemas.microsoft.com/office/drawing/2014/main" id="{8D3E3B4B-8C10-D707-A943-0E97DE98188A}"/>
              </a:ext>
            </a:extLst>
          </p:cNvPr>
          <p:cNvCxnSpPr>
            <a:cxnSpLocks/>
          </p:cNvCxnSpPr>
          <p:nvPr/>
        </p:nvCxnSpPr>
        <p:spPr>
          <a:xfrm>
            <a:off x="4387842" y="3223723"/>
            <a:ext cx="1050330" cy="1263"/>
          </a:xfrm>
          <a:prstGeom prst="straightConnector1">
            <a:avLst/>
          </a:prstGeom>
          <a:ln w="57150">
            <a:solidFill>
              <a:srgbClr val="FF440B"/>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F9DF2A-E0F6-F9C9-8B0D-58317F0592E0}"/>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6319004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A6F1025-B339-08B9-9C47-FEFC25DD67C2}"/>
              </a:ext>
            </a:extLst>
          </p:cNvPr>
          <p:cNvSpPr txBox="1"/>
          <p:nvPr/>
        </p:nvSpPr>
        <p:spPr>
          <a:xfrm>
            <a:off x="1270876" y="1240018"/>
            <a:ext cx="3372183" cy="3970318"/>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sz="2800" dirty="0">
              <a:solidFill>
                <a:schemeClr val="tx1"/>
              </a:solidFill>
              <a:latin typeface="Slack-Lato"/>
              <a:ea typeface="Oswald Light" charset="0"/>
              <a:cs typeface="Oswald Light" charset="0"/>
            </a:endParaRPr>
          </a:p>
          <a:p>
            <a:pPr marL="514350" indent="-514350">
              <a:buFont typeface="+mj-lt"/>
              <a:buAutoNum type="arabicPeriod"/>
            </a:pPr>
            <a:endParaRPr lang="en-US" sz="2800" dirty="0">
              <a:solidFill>
                <a:schemeClr val="tx1"/>
              </a:solidFill>
              <a:latin typeface="Slack-Lato"/>
              <a:ea typeface="Oswald Light" charset="0"/>
              <a:cs typeface="Oswald Light" charset="0"/>
            </a:endParaRPr>
          </a:p>
          <a:p>
            <a:pPr marL="514350" indent="-514350">
              <a:buFont typeface="+mj-lt"/>
              <a:buAutoNum type="arabicPeriod"/>
            </a:pPr>
            <a:r>
              <a:rPr lang="en-US" sz="2800" dirty="0">
                <a:solidFill>
                  <a:srgbClr val="444444"/>
                </a:solidFill>
                <a:latin typeface="Poppins" panose="00000500000000000000" pitchFamily="2" charset="0"/>
                <a:ea typeface="Oswald Light" charset="0"/>
                <a:cs typeface="Poppins" panose="00000500000000000000" pitchFamily="2" charset="0"/>
              </a:rPr>
              <a:t>8 words or less</a:t>
            </a:r>
          </a:p>
          <a:p>
            <a:pPr marL="514350" indent="-514350">
              <a:buFont typeface="+mj-lt"/>
              <a:buAutoNum type="arabicPeriod"/>
            </a:pPr>
            <a:endParaRPr lang="en-US" sz="2800" dirty="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dirty="0">
                <a:solidFill>
                  <a:srgbClr val="444444"/>
                </a:solidFill>
                <a:latin typeface="Poppins" panose="00000500000000000000" pitchFamily="2" charset="0"/>
                <a:ea typeface="Oswald Light" charset="0"/>
                <a:cs typeface="Poppins" panose="00000500000000000000" pitchFamily="2" charset="0"/>
              </a:rPr>
              <a:t>14 words long</a:t>
            </a:r>
          </a:p>
          <a:p>
            <a:pPr marL="514350" indent="-514350">
              <a:buFont typeface="+mj-lt"/>
              <a:buAutoNum type="arabicPeriod"/>
            </a:pPr>
            <a:endParaRPr lang="en-US" sz="2800" dirty="0">
              <a:solidFill>
                <a:srgbClr val="444444"/>
              </a:solidFill>
              <a:latin typeface="Poppins" panose="00000500000000000000" pitchFamily="2" charset="0"/>
              <a:ea typeface="Oswald Light" charset="0"/>
              <a:cs typeface="Poppins" panose="00000500000000000000" pitchFamily="2" charset="0"/>
            </a:endParaRPr>
          </a:p>
          <a:p>
            <a:pPr marL="514350" indent="-514350">
              <a:buFont typeface="+mj-lt"/>
              <a:buAutoNum type="arabicPeriod"/>
            </a:pPr>
            <a:r>
              <a:rPr lang="en-US" sz="2800" dirty="0">
                <a:solidFill>
                  <a:srgbClr val="444444"/>
                </a:solidFill>
                <a:latin typeface="Poppins" panose="00000500000000000000" pitchFamily="2" charset="0"/>
                <a:ea typeface="Oswald Light" charset="0"/>
                <a:cs typeface="Poppins" panose="00000500000000000000" pitchFamily="2" charset="0"/>
              </a:rPr>
              <a:t>43 words long</a:t>
            </a:r>
          </a:p>
          <a:p>
            <a:pPr marL="514350" indent="-514350">
              <a:buFont typeface="+mj-lt"/>
              <a:buAutoNum type="arabicPeriod"/>
            </a:pPr>
            <a:endParaRPr lang="en-US" sz="2800" dirty="0">
              <a:solidFill>
                <a:schemeClr val="tx1"/>
              </a:solidFill>
              <a:latin typeface="Slack-Lato"/>
              <a:ea typeface="Oswald Light" charset="0"/>
              <a:cs typeface="Oswald Light" charset="0"/>
            </a:endParaRPr>
          </a:p>
          <a:p>
            <a:endParaRPr lang="en-US" sz="2800" dirty="0">
              <a:solidFill>
                <a:schemeClr val="tx1"/>
              </a:solidFill>
              <a:latin typeface="Slack-Lato"/>
              <a:ea typeface="Oswald Light" charset="0"/>
              <a:cs typeface="Oswald Light" charset="0"/>
            </a:endParaRPr>
          </a:p>
        </p:txBody>
      </p:sp>
      <p:sp>
        <p:nvSpPr>
          <p:cNvPr id="4" name="TextBox 3">
            <a:extLst>
              <a:ext uri="{FF2B5EF4-FFF2-40B4-BE49-F238E27FC236}">
                <a16:creationId xmlns:a16="http://schemas.microsoft.com/office/drawing/2014/main" id="{2104418E-2B91-0CE3-301C-18DFD76930F6}"/>
              </a:ext>
            </a:extLst>
          </p:cNvPr>
          <p:cNvSpPr txBox="1"/>
          <p:nvPr/>
        </p:nvSpPr>
        <p:spPr>
          <a:xfrm>
            <a:off x="5399649" y="1240019"/>
            <a:ext cx="6222858" cy="3539430"/>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endParaRPr lang="en-US" sz="2800">
              <a:solidFill>
                <a:schemeClr val="tx1"/>
              </a:solidFill>
              <a:latin typeface="Slack-Lato"/>
              <a:ea typeface="Oswald Light" charset="0"/>
              <a:cs typeface="Oswald Light"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Less than 10%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90% Comprehension</a:t>
            </a:r>
          </a:p>
          <a:p>
            <a:pPr marL="514350" indent="-514350">
              <a:buFont typeface="+mj-lt"/>
              <a:buAutoNum type="arabicPeriod"/>
            </a:pPr>
            <a:endParaRPr lang="en-US" sz="2800">
              <a:solidFill>
                <a:srgbClr val="444444"/>
              </a:solidFill>
              <a:latin typeface="Poppins" panose="00000500000000000000" pitchFamily="2" charset="0"/>
              <a:cs typeface="Poppins" panose="00000500000000000000" pitchFamily="2" charset="0"/>
            </a:endParaRPr>
          </a:p>
          <a:p>
            <a:pPr marL="514350" indent="-514350">
              <a:buFont typeface="+mj-lt"/>
              <a:buAutoNum type="arabicPeriod"/>
            </a:pPr>
            <a:r>
              <a:rPr lang="en-US" sz="2800">
                <a:solidFill>
                  <a:srgbClr val="444444"/>
                </a:solidFill>
                <a:latin typeface="Poppins" panose="00000500000000000000" pitchFamily="2" charset="0"/>
                <a:cs typeface="Poppins" panose="00000500000000000000" pitchFamily="2" charset="0"/>
              </a:rPr>
              <a:t>100% Comprehension</a:t>
            </a:r>
          </a:p>
          <a:p>
            <a:endParaRPr lang="en-US" sz="2800">
              <a:solidFill>
                <a:schemeClr val="tx1"/>
              </a:solidFill>
              <a:latin typeface="Slack-Lato"/>
              <a:ea typeface="Oswald Light" charset="0"/>
              <a:cs typeface="Oswald Light" charset="0"/>
            </a:endParaRPr>
          </a:p>
        </p:txBody>
      </p:sp>
      <p:cxnSp>
        <p:nvCxnSpPr>
          <p:cNvPr id="2" name="Straight Arrow Connector 1">
            <a:extLst>
              <a:ext uri="{FF2B5EF4-FFF2-40B4-BE49-F238E27FC236}">
                <a16:creationId xmlns:a16="http://schemas.microsoft.com/office/drawing/2014/main" id="{8D3E3B4B-8C10-D707-A943-0E97DE98188A}"/>
              </a:ext>
            </a:extLst>
          </p:cNvPr>
          <p:cNvCxnSpPr>
            <a:cxnSpLocks/>
          </p:cNvCxnSpPr>
          <p:nvPr/>
        </p:nvCxnSpPr>
        <p:spPr>
          <a:xfrm flipV="1">
            <a:off x="4391247" y="2424223"/>
            <a:ext cx="1095153" cy="1616149"/>
          </a:xfrm>
          <a:prstGeom prst="straightConnector1">
            <a:avLst/>
          </a:prstGeom>
          <a:ln w="57150">
            <a:solidFill>
              <a:srgbClr val="FF440B"/>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6AF1A46-B6A8-FFC4-CFBA-5EEBC4C2B07E}"/>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20942009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19410BB-D09E-B735-A88B-A970C50F19AD}"/>
              </a:ext>
            </a:extLst>
          </p:cNvPr>
          <p:cNvSpPr txBox="1"/>
          <p:nvPr/>
        </p:nvSpPr>
        <p:spPr>
          <a:xfrm>
            <a:off x="979342" y="2206064"/>
            <a:ext cx="4138863" cy="1938992"/>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4000">
                <a:solidFill>
                  <a:srgbClr val="FF440B"/>
                </a:solidFill>
                <a:latin typeface="Poppins" panose="00000500000000000000" pitchFamily="2" charset="0"/>
                <a:ea typeface="Calibri" panose="020F0502020204030204" pitchFamily="34" charset="0"/>
                <a:cs typeface="Poppins" panose="00000500000000000000" pitchFamily="2" charset="0"/>
              </a:rPr>
              <a:t>Which one rolls off the tongue better?</a:t>
            </a:r>
            <a:endParaRPr lang="en-US" sz="4000">
              <a:solidFill>
                <a:schemeClr val="tx1"/>
              </a:solidFill>
              <a:latin typeface="Poppins" panose="00000500000000000000" pitchFamily="2" charset="0"/>
              <a:ea typeface="Oswald Light" charset="0"/>
              <a:cs typeface="Poppins" panose="00000500000000000000" pitchFamily="2" charset="0"/>
            </a:endParaRPr>
          </a:p>
        </p:txBody>
      </p:sp>
      <p:sp>
        <p:nvSpPr>
          <p:cNvPr id="6" name="TextBox 5">
            <a:extLst>
              <a:ext uri="{FF2B5EF4-FFF2-40B4-BE49-F238E27FC236}">
                <a16:creationId xmlns:a16="http://schemas.microsoft.com/office/drawing/2014/main" id="{AFC75B66-E4AC-6689-C15B-8DE650CFF6AC}"/>
              </a:ext>
            </a:extLst>
          </p:cNvPr>
          <p:cNvSpPr txBox="1"/>
          <p:nvPr/>
        </p:nvSpPr>
        <p:spPr>
          <a:xfrm>
            <a:off x="5746988" y="2206064"/>
            <a:ext cx="5465670" cy="2445862"/>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344488" indent="-344488">
              <a:lnSpc>
                <a:spcPct val="107000"/>
              </a:lnSpc>
              <a:buFont typeface="Arial" panose="020B0604020202020204" pitchFamily="34" charset="0"/>
              <a:buChar char="•"/>
            </a:pPr>
            <a:r>
              <a:rPr lang="en-US" sz="2400">
                <a:solidFill>
                  <a:srgbClr val="444444"/>
                </a:solidFill>
                <a:latin typeface="Poppins" panose="00000500000000000000" pitchFamily="2" charset="0"/>
                <a:cs typeface="Poppins" panose="00000500000000000000" pitchFamily="2" charset="0"/>
              </a:rPr>
              <a:t>When our two companies are able to partner collaboratively together, we create successful experiences for our customers.</a:t>
            </a:r>
          </a:p>
          <a:p>
            <a:pPr marL="344488" indent="-344488">
              <a:lnSpc>
                <a:spcPct val="107000"/>
              </a:lnSpc>
              <a:buFont typeface="Arial" panose="020B0604020202020204" pitchFamily="34" charset="0"/>
              <a:buChar char="•"/>
            </a:pPr>
            <a:endParaRPr lang="en-US" sz="2400">
              <a:solidFill>
                <a:srgbClr val="444444"/>
              </a:solidFill>
              <a:latin typeface="Poppins" panose="00000500000000000000" pitchFamily="2" charset="0"/>
              <a:cs typeface="Poppins" panose="00000500000000000000" pitchFamily="2" charset="0"/>
            </a:endParaRPr>
          </a:p>
          <a:p>
            <a:pPr>
              <a:lnSpc>
                <a:spcPct val="107000"/>
              </a:lnSpc>
            </a:pPr>
            <a:r>
              <a:rPr lang="en-US" sz="2400">
                <a:solidFill>
                  <a:srgbClr val="444444"/>
                </a:solidFill>
                <a:latin typeface="Poppins" panose="00000500000000000000" pitchFamily="2" charset="0"/>
                <a:cs typeface="Poppins" panose="00000500000000000000" pitchFamily="2" charset="0"/>
              </a:rPr>
              <a:t>OR….</a:t>
            </a:r>
          </a:p>
        </p:txBody>
      </p:sp>
      <p:sp>
        <p:nvSpPr>
          <p:cNvPr id="2" name="TextBox 1">
            <a:extLst>
              <a:ext uri="{FF2B5EF4-FFF2-40B4-BE49-F238E27FC236}">
                <a16:creationId xmlns:a16="http://schemas.microsoft.com/office/drawing/2014/main" id="{7BF22316-B0A3-CDB4-4908-1A8C22972B8A}"/>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14618755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19410BB-D09E-B735-A88B-A970C50F19AD}"/>
              </a:ext>
            </a:extLst>
          </p:cNvPr>
          <p:cNvSpPr txBox="1"/>
          <p:nvPr/>
        </p:nvSpPr>
        <p:spPr>
          <a:xfrm>
            <a:off x="979342" y="2206064"/>
            <a:ext cx="4138863" cy="1938992"/>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4000">
                <a:solidFill>
                  <a:srgbClr val="FF440B"/>
                </a:solidFill>
                <a:latin typeface="Poppins" panose="00000500000000000000" pitchFamily="2" charset="0"/>
                <a:ea typeface="Calibri" panose="020F0502020204030204" pitchFamily="34" charset="0"/>
                <a:cs typeface="Poppins" panose="00000500000000000000" pitchFamily="2" charset="0"/>
              </a:rPr>
              <a:t>Which one rolls off the tongue better?</a:t>
            </a:r>
            <a:endParaRPr lang="en-US" sz="4000">
              <a:solidFill>
                <a:schemeClr val="tx1"/>
              </a:solidFill>
              <a:latin typeface="Poppins" panose="00000500000000000000" pitchFamily="2" charset="0"/>
              <a:ea typeface="Oswald Light" charset="0"/>
              <a:cs typeface="Poppins" panose="00000500000000000000" pitchFamily="2" charset="0"/>
            </a:endParaRPr>
          </a:p>
        </p:txBody>
      </p:sp>
      <p:sp>
        <p:nvSpPr>
          <p:cNvPr id="6" name="TextBox 5">
            <a:extLst>
              <a:ext uri="{FF2B5EF4-FFF2-40B4-BE49-F238E27FC236}">
                <a16:creationId xmlns:a16="http://schemas.microsoft.com/office/drawing/2014/main" id="{AFC75B66-E4AC-6689-C15B-8DE650CFF6AC}"/>
              </a:ext>
            </a:extLst>
          </p:cNvPr>
          <p:cNvSpPr txBox="1"/>
          <p:nvPr/>
        </p:nvSpPr>
        <p:spPr>
          <a:xfrm>
            <a:off x="5746988" y="2206064"/>
            <a:ext cx="5465670" cy="2845972"/>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344488" indent="-344488">
              <a:lnSpc>
                <a:spcPct val="107000"/>
              </a:lnSpc>
              <a:buFont typeface="Arial" panose="020B0604020202020204" pitchFamily="34" charset="0"/>
              <a:buChar char="•"/>
            </a:pPr>
            <a:r>
              <a:rPr lang="en-US" sz="2400">
                <a:solidFill>
                  <a:srgbClr val="C0C0C0"/>
                </a:solidFill>
                <a:latin typeface="Poppins" panose="00000500000000000000" pitchFamily="2" charset="0"/>
                <a:cs typeface="Poppins" panose="00000500000000000000" pitchFamily="2" charset="0"/>
              </a:rPr>
              <a:t>When our two companies are able to partner collaboratively together, we create successful experiences for our customers.</a:t>
            </a:r>
          </a:p>
          <a:p>
            <a:pPr marL="344488" indent="-344488">
              <a:lnSpc>
                <a:spcPct val="107000"/>
              </a:lnSpc>
              <a:buFont typeface="Arial" panose="020B0604020202020204" pitchFamily="34" charset="0"/>
              <a:buChar char="•"/>
            </a:pPr>
            <a:endParaRPr lang="en-US" sz="2400">
              <a:solidFill>
                <a:schemeClr val="tx1"/>
              </a:solidFill>
              <a:latin typeface="Poppins" panose="00000500000000000000" pitchFamily="2" charset="0"/>
              <a:cs typeface="Poppins" panose="00000500000000000000" pitchFamily="2" charset="0"/>
            </a:endParaRPr>
          </a:p>
          <a:p>
            <a:pPr marL="344488" marR="0" indent="-344488">
              <a:lnSpc>
                <a:spcPct val="107000"/>
              </a:lnSpc>
              <a:spcBef>
                <a:spcPts val="0"/>
              </a:spcBef>
              <a:spcAft>
                <a:spcPts val="0"/>
              </a:spcAft>
              <a:buFont typeface="Arial" panose="020B0604020202020204" pitchFamily="34" charset="0"/>
              <a:buChar char="•"/>
            </a:pPr>
            <a:r>
              <a:rPr lang="en-US" sz="2400">
                <a:solidFill>
                  <a:srgbClr val="444444"/>
                </a:solidFill>
                <a:latin typeface="Poppins" panose="00000500000000000000" pitchFamily="2" charset="0"/>
                <a:cs typeface="Poppins" panose="00000500000000000000" pitchFamily="2" charset="0"/>
              </a:rPr>
              <a:t>When we work together, we help our customers succeed.</a:t>
            </a:r>
          </a:p>
        </p:txBody>
      </p:sp>
      <p:sp>
        <p:nvSpPr>
          <p:cNvPr id="2" name="TextBox 1">
            <a:extLst>
              <a:ext uri="{FF2B5EF4-FFF2-40B4-BE49-F238E27FC236}">
                <a16:creationId xmlns:a16="http://schemas.microsoft.com/office/drawing/2014/main" id="{54C4DBA4-600C-69C4-514C-E9D444E2CBC8}"/>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19209204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0866729-B85A-FEEC-B6CA-44C3996AE769}"/>
              </a:ext>
            </a:extLst>
          </p:cNvPr>
          <p:cNvSpPr txBox="1"/>
          <p:nvPr/>
        </p:nvSpPr>
        <p:spPr>
          <a:xfrm>
            <a:off x="717788" y="2644170"/>
            <a:ext cx="4138863" cy="1569660"/>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4800">
                <a:solidFill>
                  <a:srgbClr val="FF440B"/>
                </a:solidFill>
                <a:latin typeface="Poppins" panose="00000500000000000000" pitchFamily="2" charset="0"/>
                <a:ea typeface="Calibri" panose="020F0502020204030204" pitchFamily="34" charset="0"/>
                <a:cs typeface="Poppins" panose="00000500000000000000" pitchFamily="2" charset="0"/>
              </a:rPr>
              <a:t>Grade </a:t>
            </a:r>
          </a:p>
          <a:p>
            <a:pPr algn="ctr"/>
            <a:r>
              <a:rPr lang="en-US" sz="4800">
                <a:solidFill>
                  <a:srgbClr val="FF440B"/>
                </a:solidFill>
                <a:latin typeface="Poppins" panose="00000500000000000000" pitchFamily="2" charset="0"/>
                <a:ea typeface="Calibri" panose="020F0502020204030204" pitchFamily="34" charset="0"/>
                <a:cs typeface="Poppins" panose="00000500000000000000" pitchFamily="2" charset="0"/>
              </a:rPr>
              <a:t>Level</a:t>
            </a:r>
            <a:endParaRPr lang="en-US" sz="4800">
              <a:solidFill>
                <a:schemeClr val="tx1"/>
              </a:solidFill>
              <a:latin typeface="Poppins" panose="00000500000000000000" pitchFamily="2" charset="0"/>
              <a:ea typeface="Oswald Light" charset="0"/>
              <a:cs typeface="Poppins" panose="00000500000000000000" pitchFamily="2" charset="0"/>
            </a:endParaRPr>
          </a:p>
        </p:txBody>
      </p:sp>
      <p:sp>
        <p:nvSpPr>
          <p:cNvPr id="3" name="TextBox 2">
            <a:extLst>
              <a:ext uri="{FF2B5EF4-FFF2-40B4-BE49-F238E27FC236}">
                <a16:creationId xmlns:a16="http://schemas.microsoft.com/office/drawing/2014/main" id="{6498F424-8883-60EE-E721-5F447A4B19A3}"/>
              </a:ext>
            </a:extLst>
          </p:cNvPr>
          <p:cNvSpPr txBox="1"/>
          <p:nvPr/>
        </p:nvSpPr>
        <p:spPr>
          <a:xfrm>
            <a:off x="5746988" y="2008478"/>
            <a:ext cx="5465670" cy="3631379"/>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marL="344488" indent="-344488">
              <a:lnSpc>
                <a:spcPct val="107000"/>
              </a:lnSpc>
              <a:buFont typeface="Arial" panose="020B0604020202020204" pitchFamily="34" charset="0"/>
              <a:buChar char="•"/>
            </a:pPr>
            <a:r>
              <a:rPr lang="en-US" sz="2400">
                <a:solidFill>
                  <a:srgbClr val="444444"/>
                </a:solidFill>
                <a:latin typeface="Poppins" panose="00000500000000000000" pitchFamily="2" charset="0"/>
                <a:cs typeface="Poppins" panose="00000500000000000000" pitchFamily="2" charset="0"/>
              </a:rPr>
              <a:t>15th Grade:</a:t>
            </a:r>
          </a:p>
          <a:p>
            <a:pPr lvl="1">
              <a:lnSpc>
                <a:spcPct val="107000"/>
              </a:lnSpc>
            </a:pPr>
            <a:r>
              <a:rPr lang="en-US" sz="2400">
                <a:solidFill>
                  <a:srgbClr val="444444"/>
                </a:solidFill>
                <a:latin typeface="Poppins" panose="00000500000000000000" pitchFamily="2" charset="0"/>
                <a:cs typeface="Poppins" panose="00000500000000000000" pitchFamily="2" charset="0"/>
              </a:rPr>
              <a:t>When our two companies are able to partner collaboratively together, we create successful experiences for our customers.</a:t>
            </a:r>
          </a:p>
          <a:p>
            <a:pPr marL="344488" indent="-344488">
              <a:lnSpc>
                <a:spcPct val="107000"/>
              </a:lnSpc>
              <a:buFont typeface="Arial" panose="020B0604020202020204" pitchFamily="34" charset="0"/>
              <a:buChar char="•"/>
            </a:pPr>
            <a:endParaRPr lang="en-US" sz="2400">
              <a:solidFill>
                <a:srgbClr val="444444"/>
              </a:solidFill>
              <a:latin typeface="Poppins" panose="00000500000000000000" pitchFamily="2" charset="0"/>
              <a:cs typeface="Poppins" panose="00000500000000000000" pitchFamily="2" charset="0"/>
            </a:endParaRPr>
          </a:p>
          <a:p>
            <a:pPr marL="344488" indent="-344488">
              <a:lnSpc>
                <a:spcPct val="107000"/>
              </a:lnSpc>
              <a:buFont typeface="Arial" panose="020B0604020202020204" pitchFamily="34" charset="0"/>
              <a:buChar char="•"/>
            </a:pPr>
            <a:r>
              <a:rPr lang="en-US" sz="2400">
                <a:solidFill>
                  <a:srgbClr val="444444"/>
                </a:solidFill>
                <a:latin typeface="Poppins" panose="00000500000000000000" pitchFamily="2" charset="0"/>
                <a:cs typeface="Poppins" panose="00000500000000000000" pitchFamily="2" charset="0"/>
              </a:rPr>
              <a:t>6th Grade:</a:t>
            </a:r>
          </a:p>
          <a:p>
            <a:pPr lvl="1">
              <a:lnSpc>
                <a:spcPct val="107000"/>
              </a:lnSpc>
            </a:pPr>
            <a:r>
              <a:rPr lang="en-US" sz="2400">
                <a:solidFill>
                  <a:srgbClr val="444444"/>
                </a:solidFill>
                <a:latin typeface="Poppins" panose="00000500000000000000" pitchFamily="2" charset="0"/>
                <a:cs typeface="Poppins" panose="00000500000000000000" pitchFamily="2" charset="0"/>
              </a:rPr>
              <a:t>When we work together, we help our customers succeed.</a:t>
            </a:r>
          </a:p>
        </p:txBody>
      </p:sp>
      <p:sp>
        <p:nvSpPr>
          <p:cNvPr id="4" name="TextBox 3">
            <a:extLst>
              <a:ext uri="{FF2B5EF4-FFF2-40B4-BE49-F238E27FC236}">
                <a16:creationId xmlns:a16="http://schemas.microsoft.com/office/drawing/2014/main" id="{32605432-3D09-5DBC-E0B2-0B9B286D05CF}"/>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Readability</a:t>
            </a:r>
          </a:p>
        </p:txBody>
      </p:sp>
    </p:spTree>
    <p:extLst>
      <p:ext uri="{BB962C8B-B14F-4D97-AF65-F5344CB8AC3E}">
        <p14:creationId xmlns:p14="http://schemas.microsoft.com/office/powerpoint/2010/main" val="28127620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0F2B-373C-40A5-514C-D1627553991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0B3477-8540-1A95-A193-58CCF835FAB0}"/>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977F244A-DF49-3F2F-E6AB-5D2322746DC8}"/>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658D96E2-194C-E543-DB98-B832141FC208}"/>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2AC96B2E-0B4E-21D3-DBBB-3317520D6C28}"/>
              </a:ext>
            </a:extLst>
          </p:cNvPr>
          <p:cNvSpPr txBox="1"/>
          <p:nvPr/>
        </p:nvSpPr>
        <p:spPr>
          <a:xfrm>
            <a:off x="1009522" y="1435243"/>
            <a:ext cx="9342792" cy="5191757"/>
          </a:xfrm>
          <a:prstGeom prst="rect">
            <a:avLst/>
          </a:prstGeom>
          <a:noFill/>
        </p:spPr>
        <p:txBody>
          <a:bodyPr wrap="square" rtlCol="0">
            <a:normAutofit/>
          </a:bodyPr>
          <a:lstStyle/>
          <a:p>
            <a:pPr marL="514350" indent="-514350" algn="l">
              <a:spcAft>
                <a:spcPts val="900"/>
              </a:spcAft>
              <a:buFont typeface="+mj-lt"/>
              <a:buAutoNum type="arabicPeriod" startAt="7"/>
            </a:pPr>
            <a:r>
              <a:rPr lang="en-US" sz="2800" dirty="0">
                <a:latin typeface="Kollektif" panose="020B0604020101010102" pitchFamily="34" charset="77"/>
              </a:rPr>
              <a:t>Waiting until the last minute</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Create a response calendar/timeline</a:t>
            </a:r>
          </a:p>
          <a:p>
            <a:pPr marL="514350" indent="-514350">
              <a:lnSpc>
                <a:spcPct val="150000"/>
              </a:lnSpc>
              <a:buFont typeface="+mj-lt"/>
              <a:buAutoNum type="arabicPeriod" startAt="7"/>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7"/>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7"/>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3734313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4CA04-E9C0-51B3-67E5-CDD1D1A3C64B}"/>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F1A8F95-2F77-2C32-8C16-CB148BF0A93F}"/>
              </a:ext>
            </a:extLst>
          </p:cNvPr>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87F10EFD-B333-0DF5-9364-07E1B4725796}"/>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a:extLst>
              <a:ext uri="{FF2B5EF4-FFF2-40B4-BE49-F238E27FC236}">
                <a16:creationId xmlns:a16="http://schemas.microsoft.com/office/drawing/2014/main" id="{1FE744BE-B348-D002-26DF-560FD60263C8}"/>
              </a:ext>
            </a:extLst>
          </p:cNvPr>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880DCC57-24C0-7CB2-C153-D165C0D4835C}"/>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5C73437A-1918-6AB3-6243-104A75171FB1}"/>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55B5F080-C79A-464A-A324-498BBC3B6117}"/>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CB1B0733-2ECC-2142-B3A8-5A5241D3620C}"/>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8265EDB1-3F6A-3264-0DF6-00BA3A3E234F}"/>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13E76B05-A328-DCCD-9243-0CF30C728248}"/>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5AF78C6D-D9E0-8051-C8A6-9B29C6794212}"/>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9DC5BA53-6177-1379-BA1A-4F861FB892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2394AAF5-1137-982B-E771-CE2609993381}"/>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D8D0004-C05B-8907-5999-50B076619F9B}"/>
              </a:ext>
            </a:extLst>
          </p:cNvPr>
          <p:cNvSpPr txBox="1"/>
          <p:nvPr/>
        </p:nvSpPr>
        <p:spPr>
          <a:xfrm>
            <a:off x="492920"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Calendar</a:t>
            </a:r>
          </a:p>
        </p:txBody>
      </p:sp>
      <p:pic>
        <p:nvPicPr>
          <p:cNvPr id="6" name="Picture 5">
            <a:extLst>
              <a:ext uri="{FF2B5EF4-FFF2-40B4-BE49-F238E27FC236}">
                <a16:creationId xmlns:a16="http://schemas.microsoft.com/office/drawing/2014/main" id="{834B8A20-4E11-F404-8876-8829C7FD7BC4}"/>
              </a:ext>
            </a:extLst>
          </p:cNvPr>
          <p:cNvPicPr>
            <a:picLocks noChangeAspect="1"/>
          </p:cNvPicPr>
          <p:nvPr/>
        </p:nvPicPr>
        <p:blipFill>
          <a:blip r:embed="rId4"/>
          <a:stretch>
            <a:fillRect/>
          </a:stretch>
        </p:blipFill>
        <p:spPr>
          <a:xfrm>
            <a:off x="1883464" y="1144829"/>
            <a:ext cx="8014965" cy="5107117"/>
          </a:xfrm>
          <a:prstGeom prst="rect">
            <a:avLst/>
          </a:prstGeom>
        </p:spPr>
      </p:pic>
    </p:spTree>
    <p:extLst>
      <p:ext uri="{BB962C8B-B14F-4D97-AF65-F5344CB8AC3E}">
        <p14:creationId xmlns:p14="http://schemas.microsoft.com/office/powerpoint/2010/main" val="3939015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9CB01-4855-8D9F-7B2D-050139E6A4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261A33-A533-6D75-E4B2-DC1966AA855D}"/>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3AC625B3-BCC6-E846-6AA1-6822337E0E83}"/>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E402D0BC-52F8-25AD-6304-C549513325D4}"/>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F1396FDA-97F4-14DC-0BB7-1D95C85276A8}"/>
              </a:ext>
            </a:extLst>
          </p:cNvPr>
          <p:cNvSpPr txBox="1"/>
          <p:nvPr/>
        </p:nvSpPr>
        <p:spPr>
          <a:xfrm>
            <a:off x="1009522" y="1435243"/>
            <a:ext cx="9342792" cy="5191757"/>
          </a:xfrm>
          <a:prstGeom prst="rect">
            <a:avLst/>
          </a:prstGeom>
          <a:noFill/>
        </p:spPr>
        <p:txBody>
          <a:bodyPr wrap="square" rtlCol="0">
            <a:normAutofit/>
          </a:bodyPr>
          <a:lstStyle/>
          <a:p>
            <a:pPr marL="514350" indent="-514350" algn="l">
              <a:spcAft>
                <a:spcPts val="900"/>
              </a:spcAft>
              <a:buFont typeface="+mj-lt"/>
              <a:buAutoNum type="arabicPeriod" startAt="8"/>
            </a:pPr>
            <a:r>
              <a:rPr lang="en-US" sz="2800" dirty="0">
                <a:latin typeface="Kollektif" panose="020B0604020101010102" pitchFamily="34" charset="77"/>
              </a:rPr>
              <a:t>Failing to address evaluation criteria</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Map to the evaluation criteria</a:t>
            </a:r>
          </a:p>
          <a:p>
            <a:pPr marL="514350" indent="-514350">
              <a:lnSpc>
                <a:spcPct val="150000"/>
              </a:lnSpc>
              <a:buFont typeface="+mj-lt"/>
              <a:buAutoNum type="arabicPeriod" startAt="8"/>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8"/>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8"/>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3898315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6BE0B047-80AB-192C-B53D-CFFC9470A648}"/>
              </a:ext>
            </a:extLst>
          </p:cNvPr>
          <p:cNvSpPr txBox="1">
            <a:spLocks/>
          </p:cNvSpPr>
          <p:nvPr/>
        </p:nvSpPr>
        <p:spPr>
          <a:xfrm>
            <a:off x="990600" y="1978025"/>
            <a:ext cx="10515600" cy="435133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dirty="0">
                <a:solidFill>
                  <a:srgbClr val="444444"/>
                </a:solidFill>
                <a:latin typeface="Poppins"/>
                <a:cs typeface="Poppins"/>
              </a:rPr>
              <a:t>Example:</a:t>
            </a:r>
          </a:p>
          <a:p>
            <a:pPr algn="l"/>
            <a:endParaRPr lang="en-US" sz="3200" i="0" dirty="0">
              <a:solidFill>
                <a:srgbClr val="1D1C1D"/>
              </a:solidFill>
              <a:effectLst/>
              <a:latin typeface="Slack-Lato"/>
            </a:endParaRPr>
          </a:p>
          <a:p>
            <a:pPr marL="0" indent="0" algn="l">
              <a:buNone/>
            </a:pPr>
            <a:endParaRPr lang="en-US" i="0" dirty="0">
              <a:solidFill>
                <a:srgbClr val="444444"/>
              </a:solidFill>
              <a:effectLst/>
              <a:latin typeface="Poppins" panose="00000500000000000000" pitchFamily="2" charset="0"/>
              <a:cs typeface="Poppins" panose="00000500000000000000" pitchFamily="2" charset="0"/>
            </a:endParaRPr>
          </a:p>
          <a:p>
            <a:pPr marL="342900" indent="-342900" algn="l">
              <a:buFont typeface="+mj-lt"/>
              <a:buAutoNum type="arabicPeriod"/>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pic>
        <p:nvPicPr>
          <p:cNvPr id="4" name="Picture 3">
            <a:extLst>
              <a:ext uri="{FF2B5EF4-FFF2-40B4-BE49-F238E27FC236}">
                <a16:creationId xmlns:a16="http://schemas.microsoft.com/office/drawing/2014/main" id="{4F381BCF-BBE2-2E11-6400-44507690929C}"/>
              </a:ext>
            </a:extLst>
          </p:cNvPr>
          <p:cNvPicPr>
            <a:picLocks noChangeAspect="1"/>
          </p:cNvPicPr>
          <p:nvPr/>
        </p:nvPicPr>
        <p:blipFill>
          <a:blip r:embed="rId4"/>
          <a:stretch>
            <a:fillRect/>
          </a:stretch>
        </p:blipFill>
        <p:spPr>
          <a:xfrm>
            <a:off x="3806641" y="1365687"/>
            <a:ext cx="5951094" cy="4791945"/>
          </a:xfrm>
          <a:prstGeom prst="rect">
            <a:avLst/>
          </a:prstGeom>
        </p:spPr>
      </p:pic>
      <p:sp>
        <p:nvSpPr>
          <p:cNvPr id="3" name="TextBox 2">
            <a:extLst>
              <a:ext uri="{FF2B5EF4-FFF2-40B4-BE49-F238E27FC236}">
                <a16:creationId xmlns:a16="http://schemas.microsoft.com/office/drawing/2014/main" id="{32FAC08D-EBA6-99B6-8278-744E60E9BA1A}"/>
              </a:ext>
            </a:extLst>
          </p:cNvPr>
          <p:cNvSpPr txBox="1"/>
          <p:nvPr/>
        </p:nvSpPr>
        <p:spPr>
          <a:xfrm>
            <a:off x="503806"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Eval Criteria</a:t>
            </a:r>
          </a:p>
        </p:txBody>
      </p:sp>
    </p:spTree>
    <p:extLst>
      <p:ext uri="{BB962C8B-B14F-4D97-AF65-F5344CB8AC3E}">
        <p14:creationId xmlns:p14="http://schemas.microsoft.com/office/powerpoint/2010/main" val="4264866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6BE0B047-80AB-192C-B53D-CFFC9470A648}"/>
              </a:ext>
            </a:extLst>
          </p:cNvPr>
          <p:cNvSpPr txBox="1">
            <a:spLocks/>
          </p:cNvSpPr>
          <p:nvPr/>
        </p:nvSpPr>
        <p:spPr>
          <a:xfrm>
            <a:off x="990600" y="1978025"/>
            <a:ext cx="10515600" cy="435133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1" dirty="0">
                <a:solidFill>
                  <a:srgbClr val="444444"/>
                </a:solidFill>
                <a:latin typeface="Poppins"/>
                <a:cs typeface="Poppins"/>
              </a:rPr>
              <a:t>Example:</a:t>
            </a:r>
          </a:p>
          <a:p>
            <a:pPr algn="l"/>
            <a:endParaRPr lang="en-US" sz="3200" i="0" dirty="0">
              <a:solidFill>
                <a:srgbClr val="1D1C1D"/>
              </a:solidFill>
              <a:effectLst/>
              <a:latin typeface="Slack-Lato"/>
            </a:endParaRPr>
          </a:p>
          <a:p>
            <a:pPr marL="0" indent="0" algn="l">
              <a:buNone/>
            </a:pPr>
            <a:endParaRPr lang="en-US" i="0" dirty="0">
              <a:solidFill>
                <a:srgbClr val="444444"/>
              </a:solidFill>
              <a:effectLst/>
              <a:latin typeface="Poppins" panose="00000500000000000000" pitchFamily="2" charset="0"/>
              <a:cs typeface="Poppins" panose="00000500000000000000" pitchFamily="2" charset="0"/>
            </a:endParaRPr>
          </a:p>
          <a:p>
            <a:pPr marL="342900" indent="-342900" algn="l">
              <a:buFont typeface="+mj-lt"/>
              <a:buAutoNum type="arabicPeriod"/>
            </a:pPr>
            <a:endParaRPr lang="en-US" sz="2800" i="0" dirty="0">
              <a:solidFill>
                <a:srgbClr val="444444"/>
              </a:solidFill>
              <a:effectLst/>
              <a:latin typeface="Poppins" panose="00000500000000000000" pitchFamily="2" charset="0"/>
              <a:cs typeface="Poppins" panose="00000500000000000000" pitchFamily="2" charset="0"/>
            </a:endParaRPr>
          </a:p>
          <a:p>
            <a:pPr marL="0" indent="0" algn="ctr">
              <a:buNone/>
            </a:pPr>
            <a:endParaRPr lang="en-US" dirty="0">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dirty="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dirty="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dirty="0">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dirty="0"/>
          </a:p>
        </p:txBody>
      </p:sp>
      <p:pic>
        <p:nvPicPr>
          <p:cNvPr id="4" name="Picture 3">
            <a:extLst>
              <a:ext uri="{FF2B5EF4-FFF2-40B4-BE49-F238E27FC236}">
                <a16:creationId xmlns:a16="http://schemas.microsoft.com/office/drawing/2014/main" id="{4F381BCF-BBE2-2E11-6400-44507690929C}"/>
              </a:ext>
            </a:extLst>
          </p:cNvPr>
          <p:cNvPicPr>
            <a:picLocks noChangeAspect="1"/>
          </p:cNvPicPr>
          <p:nvPr/>
        </p:nvPicPr>
        <p:blipFill>
          <a:blip r:embed="rId4"/>
          <a:stretch>
            <a:fillRect/>
          </a:stretch>
        </p:blipFill>
        <p:spPr>
          <a:xfrm>
            <a:off x="3817527" y="1957175"/>
            <a:ext cx="5951094" cy="4791945"/>
          </a:xfrm>
          <a:prstGeom prst="rect">
            <a:avLst/>
          </a:prstGeom>
        </p:spPr>
      </p:pic>
      <p:cxnSp>
        <p:nvCxnSpPr>
          <p:cNvPr id="3" name="Straight Arrow Connector 2">
            <a:extLst>
              <a:ext uri="{FF2B5EF4-FFF2-40B4-BE49-F238E27FC236}">
                <a16:creationId xmlns:a16="http://schemas.microsoft.com/office/drawing/2014/main" id="{916A00ED-3C04-040A-8919-9618CA686877}"/>
              </a:ext>
            </a:extLst>
          </p:cNvPr>
          <p:cNvCxnSpPr>
            <a:cxnSpLocks/>
          </p:cNvCxnSpPr>
          <p:nvPr/>
        </p:nvCxnSpPr>
        <p:spPr>
          <a:xfrm flipH="1">
            <a:off x="9585560" y="2213885"/>
            <a:ext cx="1766541" cy="958308"/>
          </a:xfrm>
          <a:prstGeom prst="straightConnector1">
            <a:avLst/>
          </a:prstGeom>
          <a:ln w="57150">
            <a:solidFill>
              <a:srgbClr val="FF440B"/>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530387C-5DFF-62C9-B9FE-D142FA1CEB98}"/>
              </a:ext>
            </a:extLst>
          </p:cNvPr>
          <p:cNvSpPr txBox="1"/>
          <p:nvPr/>
        </p:nvSpPr>
        <p:spPr>
          <a:xfrm>
            <a:off x="503806"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Eval Criteria</a:t>
            </a:r>
          </a:p>
        </p:txBody>
      </p:sp>
    </p:spTree>
    <p:extLst>
      <p:ext uri="{BB962C8B-B14F-4D97-AF65-F5344CB8AC3E}">
        <p14:creationId xmlns:p14="http://schemas.microsoft.com/office/powerpoint/2010/main" val="6231321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a:off x="1002860" y="1407737"/>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Frame 20">
            <a:extLst>
              <a:ext uri="{FF2B5EF4-FFF2-40B4-BE49-F238E27FC236}">
                <a16:creationId xmlns:a16="http://schemas.microsoft.com/office/drawing/2014/main" id="{F57EFC97-FD1A-4DCF-A1C5-C94B274ECB4B}"/>
              </a:ext>
            </a:extLst>
          </p:cNvPr>
          <p:cNvSpPr/>
          <p:nvPr/>
        </p:nvSpPr>
        <p:spPr>
          <a:xfrm rot="2700000">
            <a:off x="11927381" y="3164381"/>
            <a:ext cx="529239" cy="529239"/>
          </a:xfrm>
          <a:prstGeom prst="frame">
            <a:avLst>
              <a:gd name="adj1" fmla="val 18609"/>
            </a:avLst>
          </a:prstGeom>
          <a:solidFill>
            <a:schemeClr val="bg1"/>
          </a:solidFill>
          <a:ln>
            <a:noFill/>
          </a:ln>
          <a:effectLst>
            <a:outerShdw blurRad="6731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panose="020F0502020204030203" pitchFamily="34" charset="0"/>
              <a:ea typeface="+mn-ea"/>
              <a:cs typeface="+mn-cs"/>
            </a:endParaRPr>
          </a:p>
        </p:txBody>
      </p:sp>
      <p:grpSp>
        <p:nvGrpSpPr>
          <p:cNvPr id="20" name="Group 19"/>
          <p:cNvGrpSpPr/>
          <p:nvPr/>
        </p:nvGrpSpPr>
        <p:grpSpPr>
          <a:xfrm>
            <a:off x="0" y="182215"/>
            <a:ext cx="11902130" cy="6413961"/>
            <a:chOff x="0" y="182215"/>
            <a:chExt cx="11902130" cy="6413961"/>
          </a:xfrm>
        </p:grpSpPr>
        <p:sp>
          <p:nvSpPr>
            <p:cNvPr id="22" name="Rectangle 21">
              <a:extLst>
                <a:ext uri="{FF2B5EF4-FFF2-40B4-BE49-F238E27FC236}">
                  <a16:creationId xmlns:a16="http://schemas.microsoft.com/office/drawing/2014/main" id="{2C8E4F68-5DC8-4F5E-B505-6AB7C6D8911A}"/>
                </a:ext>
              </a:extLst>
            </p:cNvPr>
            <p:cNvSpPr/>
            <p:nvPr/>
          </p:nvSpPr>
          <p:spPr>
            <a:xfrm rot="5400000">
              <a:off x="-160758" y="342973"/>
              <a:ext cx="464457" cy="142941"/>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B623948-3854-401A-9FFE-82EE1C94653C}"/>
                </a:ext>
              </a:extLst>
            </p:cNvPr>
            <p:cNvSpPr/>
            <p:nvPr/>
          </p:nvSpPr>
          <p:spPr>
            <a:xfrm>
              <a:off x="214774" y="6354482"/>
              <a:ext cx="278145" cy="225258"/>
            </a:xfrm>
            <a:prstGeom prst="rect">
              <a:avLst/>
            </a:prstGeom>
            <a:solidFill>
              <a:sysClr val="windowText" lastClr="000000">
                <a:lumMod val="85000"/>
                <a:lumOff val="15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2F319D-2D77-4C76-AA59-B82F053BD725}"/>
                </a:ext>
              </a:extLst>
            </p:cNvPr>
            <p:cNvSpPr/>
            <p:nvPr/>
          </p:nvSpPr>
          <p:spPr>
            <a:xfrm rot="16200000">
              <a:off x="11553786" y="5677251"/>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F098DD6-2CA7-41F0-BF49-113CC02BDBF1}"/>
                </a:ext>
              </a:extLst>
            </p:cNvPr>
            <p:cNvSpPr/>
            <p:nvPr/>
          </p:nvSpPr>
          <p:spPr>
            <a:xfrm rot="16200000">
              <a:off x="10824735" y="6247832"/>
              <a:ext cx="348344" cy="348344"/>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02ADA21-4B2C-4A6C-BBC1-4AAA5F11F6FD}"/>
                </a:ext>
              </a:extLst>
            </p:cNvPr>
            <p:cNvSpPr/>
            <p:nvPr/>
          </p:nvSpPr>
          <p:spPr>
            <a:xfrm rot="16200000">
              <a:off x="11373386" y="6157633"/>
              <a:ext cx="180400" cy="18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6B56C000-2925-4AEB-868F-F9E1CA048C7E}"/>
                </a:ext>
              </a:extLst>
            </p:cNvPr>
            <p:cNvSpPr/>
            <p:nvPr/>
          </p:nvSpPr>
          <p:spPr>
            <a:xfrm rot="16200000">
              <a:off x="11601627" y="6511458"/>
              <a:ext cx="84718" cy="8471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79208A4-1545-472C-8751-32CBBDC15E48}"/>
                </a:ext>
              </a:extLst>
            </p:cNvPr>
            <p:cNvSpPr/>
            <p:nvPr/>
          </p:nvSpPr>
          <p:spPr>
            <a:xfrm rot="16200000">
              <a:off x="11685599" y="6211701"/>
              <a:ext cx="84718" cy="72262"/>
            </a:xfrm>
            <a:prstGeom prst="rect">
              <a:avLst/>
            </a:prstGeom>
            <a:solidFill>
              <a:srgbClr val="FF440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29" name="Picture 28"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237" y="0"/>
            <a:ext cx="638288" cy="641445"/>
          </a:xfrm>
          <a:prstGeom prst="rect">
            <a:avLst/>
          </a:prstGeom>
          <a:solidFill>
            <a:srgbClr val="FF440B"/>
          </a:solidFill>
        </p:spPr>
      </p:pic>
      <p:cxnSp>
        <p:nvCxnSpPr>
          <p:cNvPr id="16" name="Straight Connector 15">
            <a:extLst>
              <a:ext uri="{FF2B5EF4-FFF2-40B4-BE49-F238E27FC236}">
                <a16:creationId xmlns:a16="http://schemas.microsoft.com/office/drawing/2014/main" id="{35197DDB-4E81-429B-893D-600DC8121236}"/>
              </a:ext>
            </a:extLst>
          </p:cNvPr>
          <p:cNvCxnSpPr>
            <a:cxnSpLocks/>
          </p:cNvCxnSpPr>
          <p:nvPr/>
        </p:nvCxnSpPr>
        <p:spPr>
          <a:xfrm>
            <a:off x="1002860" y="5396861"/>
            <a:ext cx="10170219" cy="0"/>
          </a:xfrm>
          <a:prstGeom prst="line">
            <a:avLst/>
          </a:prstGeom>
          <a:ln w="2857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6BE0B047-80AB-192C-B53D-CFFC9470A648}"/>
              </a:ext>
            </a:extLst>
          </p:cNvPr>
          <p:cNvSpPr txBox="1">
            <a:spLocks/>
          </p:cNvSpPr>
          <p:nvPr/>
        </p:nvSpPr>
        <p:spPr>
          <a:xfrm>
            <a:off x="990600" y="1978025"/>
            <a:ext cx="10515600" cy="4533432"/>
          </a:xfrm>
          <a:prstGeom prst="rect">
            <a:avLst/>
          </a:prstGeom>
        </p:spPr>
        <p:txBody>
          <a:bodyPr lIns="91440" tIns="45720" rIns="91440" bIns="4572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2800" b="1" i="0">
                <a:solidFill>
                  <a:srgbClr val="444444"/>
                </a:solidFill>
                <a:effectLst/>
                <a:latin typeface="Poppins" panose="00000500000000000000" pitchFamily="2" charset="0"/>
                <a:cs typeface="Poppins" panose="00000500000000000000" pitchFamily="2" charset="0"/>
              </a:rPr>
              <a:t>Use this checklist when reviewing the evaluation criteria: </a:t>
            </a:r>
          </a:p>
          <a:p>
            <a:pPr algn="l"/>
            <a:endParaRPr lang="en-US" sz="2800" i="0">
              <a:solidFill>
                <a:srgbClr val="444444"/>
              </a:solidFill>
              <a:effectLst/>
              <a:latin typeface="Poppins" panose="00000500000000000000" pitchFamily="2" charset="0"/>
              <a:cs typeface="Poppins" panose="00000500000000000000" pitchFamily="2" charset="0"/>
            </a:endParaRPr>
          </a:p>
          <a:p>
            <a:pPr marL="457200" indent="-457200" algn="l">
              <a:spcAft>
                <a:spcPts val="600"/>
              </a:spcAft>
              <a:buFont typeface="Wingdings" panose="05000000000000000000" pitchFamily="2" charset="2"/>
              <a:buChar char="q"/>
            </a:pPr>
            <a:r>
              <a:rPr lang="en-US" sz="2400" i="0">
                <a:solidFill>
                  <a:srgbClr val="444444"/>
                </a:solidFill>
                <a:effectLst/>
                <a:latin typeface="Poppins" panose="00000500000000000000" pitchFamily="2" charset="0"/>
                <a:cs typeface="Poppins" panose="00000500000000000000" pitchFamily="2" charset="0"/>
              </a:rPr>
              <a:t>Examine the evaluation criteria within two days of RFP receipt</a:t>
            </a:r>
          </a:p>
          <a:p>
            <a:pPr marL="457200" indent="-457200" algn="l">
              <a:lnSpc>
                <a:spcPct val="110000"/>
              </a:lnSpc>
              <a:spcAft>
                <a:spcPts val="600"/>
              </a:spcAft>
              <a:buFont typeface="Wingdings" panose="05000000000000000000" pitchFamily="2" charset="2"/>
              <a:buChar char="q"/>
            </a:pPr>
            <a:r>
              <a:rPr lang="en-US" sz="2400" i="0">
                <a:solidFill>
                  <a:srgbClr val="444444"/>
                </a:solidFill>
                <a:effectLst/>
                <a:latin typeface="Poppins" panose="00000500000000000000" pitchFamily="2" charset="0"/>
                <a:cs typeface="Poppins" panose="00000500000000000000" pitchFamily="2" charset="0"/>
              </a:rPr>
              <a:t>Craft clarifying questions for the Q&amp;A if something is confusing or contradictory</a:t>
            </a:r>
          </a:p>
          <a:p>
            <a:pPr marL="457200" indent="-457200" algn="l">
              <a:spcAft>
                <a:spcPts val="600"/>
              </a:spcAft>
              <a:buFont typeface="Wingdings" panose="05000000000000000000" pitchFamily="2" charset="2"/>
              <a:buChar char="q"/>
            </a:pPr>
            <a:r>
              <a:rPr lang="en-US" sz="2400" i="0">
                <a:solidFill>
                  <a:srgbClr val="444444"/>
                </a:solidFill>
                <a:effectLst/>
                <a:latin typeface="Poppins" panose="00000500000000000000" pitchFamily="2" charset="0"/>
                <a:cs typeface="Poppins" panose="00000500000000000000" pitchFamily="2" charset="0"/>
              </a:rPr>
              <a:t>Give your writers some pointers</a:t>
            </a:r>
          </a:p>
          <a:p>
            <a:pPr marL="914400" lvl="1" indent="-457200">
              <a:lnSpc>
                <a:spcPct val="110000"/>
              </a:lnSpc>
              <a:spcAft>
                <a:spcPts val="600"/>
              </a:spcAft>
              <a:buFont typeface="Arial" panose="020B0604020202020204" pitchFamily="34" charset="0"/>
              <a:buChar char="•"/>
            </a:pPr>
            <a:r>
              <a:rPr lang="en-US" sz="2400" i="0">
                <a:solidFill>
                  <a:srgbClr val="444444"/>
                </a:solidFill>
                <a:effectLst/>
                <a:latin typeface="Poppins" panose="00000500000000000000" pitchFamily="2" charset="0"/>
                <a:cs typeface="Poppins" panose="00000500000000000000" pitchFamily="2" charset="0"/>
              </a:rPr>
              <a:t>Highlight key language from the evaluation criteria that should be used in their answers</a:t>
            </a:r>
          </a:p>
          <a:p>
            <a:pPr marL="457200" indent="-457200" algn="l">
              <a:spcAft>
                <a:spcPts val="600"/>
              </a:spcAft>
              <a:buFont typeface="Wingdings" panose="05000000000000000000" pitchFamily="2" charset="2"/>
              <a:buChar char="q"/>
            </a:pPr>
            <a:r>
              <a:rPr lang="en-US" sz="2400" i="0">
                <a:solidFill>
                  <a:srgbClr val="444444"/>
                </a:solidFill>
                <a:effectLst/>
                <a:latin typeface="Poppins" panose="00000500000000000000" pitchFamily="2" charset="0"/>
                <a:cs typeface="Poppins" panose="00000500000000000000" pitchFamily="2" charset="0"/>
              </a:rPr>
              <a:t>Schedule your time/resources accordingly</a:t>
            </a:r>
          </a:p>
          <a:p>
            <a:pPr marL="0" indent="0" algn="l">
              <a:buNone/>
            </a:pPr>
            <a:endParaRPr lang="en-US" i="0">
              <a:solidFill>
                <a:srgbClr val="444444"/>
              </a:solidFill>
              <a:effectLst/>
              <a:latin typeface="Poppins" panose="00000500000000000000" pitchFamily="2" charset="0"/>
              <a:cs typeface="Poppins" panose="00000500000000000000" pitchFamily="2" charset="0"/>
            </a:endParaRPr>
          </a:p>
          <a:p>
            <a:pPr marL="342900" indent="-342900" algn="l">
              <a:buFont typeface="+mj-lt"/>
              <a:buAutoNum type="arabicPeriod"/>
            </a:pPr>
            <a:endParaRPr lang="en-US" sz="2800" i="0">
              <a:solidFill>
                <a:srgbClr val="444444"/>
              </a:solidFill>
              <a:effectLst/>
              <a:latin typeface="Poppins" panose="00000500000000000000" pitchFamily="2" charset="0"/>
              <a:cs typeface="Poppins" panose="00000500000000000000" pitchFamily="2" charset="0"/>
            </a:endParaRPr>
          </a:p>
          <a:p>
            <a:pPr marL="0" indent="0" algn="ctr">
              <a:buNone/>
            </a:pPr>
            <a:endParaRPr lang="en-US">
              <a:solidFill>
                <a:srgbClr val="000000">
                  <a:lumMod val="75000"/>
                  <a:lumOff val="25000"/>
                </a:srgbClr>
              </a:solidFill>
              <a:latin typeface="Poppins" panose="00000500000000000000" pitchFamily="2" charset="0"/>
              <a:cs typeface="Poppins" panose="00000500000000000000" pitchFamily="2" charset="0"/>
            </a:endParaRPr>
          </a:p>
          <a:p>
            <a:pPr marL="0" indent="0" algn="ctr">
              <a:buNone/>
            </a:pPr>
            <a:endParaRPr lang="en-US" sz="2800">
              <a:solidFill>
                <a:srgbClr val="000000">
                  <a:lumMod val="75000"/>
                  <a:lumOff val="25000"/>
                </a:srgbClr>
              </a:solidFill>
              <a:latin typeface="Poppins" panose="00000500000000000000" pitchFamily="2" charset="0"/>
              <a:cs typeface="Poppins" panose="00000500000000000000" pitchFamily="2" charset="0"/>
            </a:endParaRPr>
          </a:p>
          <a:p>
            <a:pPr marL="0" indent="0">
              <a:buNone/>
            </a:pPr>
            <a:endParaRPr lang="en-US" sz="2400">
              <a:solidFill>
                <a:srgbClr val="404040"/>
              </a:solidFill>
              <a:latin typeface="Poppins" panose="00000500000000000000" pitchFamily="2" charset="0"/>
              <a:cs typeface="Poppins" panose="00000500000000000000" pitchFamily="2" charset="0"/>
            </a:endParaRPr>
          </a:p>
          <a:p>
            <a:pPr marL="0" lvl="1" indent="0">
              <a:spcBef>
                <a:spcPts val="1000"/>
              </a:spcBef>
              <a:buFont typeface="Arial" panose="020B0604020202020204" pitchFamily="34" charset="0"/>
              <a:buNone/>
            </a:pPr>
            <a:endParaRPr lang="en-US">
              <a:solidFill>
                <a:srgbClr val="404040"/>
              </a:solidFill>
              <a:latin typeface="Poppins" panose="00000500000000000000" pitchFamily="2" charset="0"/>
              <a:cs typeface="Poppins" panose="00000500000000000000" pitchFamily="2" charset="0"/>
            </a:endParaRPr>
          </a:p>
          <a:p>
            <a:pPr marL="914400" lvl="1" indent="-457200">
              <a:buFont typeface="+mj-lt"/>
              <a:buAutoNum type="arabicPeriod"/>
            </a:pPr>
            <a:endParaRPr lang="en-US"/>
          </a:p>
        </p:txBody>
      </p:sp>
      <p:sp>
        <p:nvSpPr>
          <p:cNvPr id="3" name="TextBox 2">
            <a:extLst>
              <a:ext uri="{FF2B5EF4-FFF2-40B4-BE49-F238E27FC236}">
                <a16:creationId xmlns:a16="http://schemas.microsoft.com/office/drawing/2014/main" id="{10B14E07-E569-8983-B935-A694794E21E9}"/>
              </a:ext>
            </a:extLst>
          </p:cNvPr>
          <p:cNvSpPr txBox="1"/>
          <p:nvPr/>
        </p:nvSpPr>
        <p:spPr>
          <a:xfrm>
            <a:off x="503806" y="287502"/>
            <a:ext cx="1079605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latin typeface="Poppins" panose="00000500000000000000" pitchFamily="2" charset="0"/>
                <a:cs typeface="Poppins" panose="00000500000000000000" pitchFamily="2" charset="0"/>
              </a:rPr>
              <a:t>Best</a:t>
            </a:r>
            <a:r>
              <a:rPr lang="en-US" sz="4000" dirty="0">
                <a:solidFill>
                  <a:srgbClr val="FF5F2D"/>
                </a:solidFill>
                <a:latin typeface="Poppins" panose="00000500000000000000" pitchFamily="2" charset="0"/>
                <a:cs typeface="Poppins" panose="00000500000000000000" pitchFamily="2" charset="0"/>
              </a:rPr>
              <a:t> </a:t>
            </a:r>
            <a:r>
              <a:rPr lang="en-US" sz="4000" dirty="0">
                <a:latin typeface="Poppins" panose="00000500000000000000" pitchFamily="2" charset="0"/>
                <a:cs typeface="Poppins" panose="00000500000000000000" pitchFamily="2" charset="0"/>
              </a:rPr>
              <a:t>Practices</a:t>
            </a:r>
            <a:r>
              <a:rPr kumimoji="0" lang="en-US" sz="4000" b="0" i="0" u="none" strike="noStrike" kern="1200" cap="none" spc="0" normalizeH="0" baseline="0" noProof="0" dirty="0">
                <a:ln>
                  <a:noFill/>
                </a:ln>
                <a:solidFill>
                  <a:srgbClr val="FF440B"/>
                </a:solidFill>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effectLst/>
                <a:uLnTx/>
                <a:uFillTx/>
                <a:latin typeface="Poppins" panose="00000500000000000000" pitchFamily="2" charset="0"/>
                <a:ea typeface="+mn-ea"/>
                <a:cs typeface="Poppins" panose="00000500000000000000" pitchFamily="2" charset="0"/>
              </a:rPr>
              <a:t>| </a:t>
            </a:r>
            <a:r>
              <a:rPr kumimoji="0" lang="en-US" sz="4000" b="0" i="0" u="none" strike="noStrike" kern="1200" cap="none" spc="0" normalizeH="0" baseline="0" noProof="0" dirty="0">
                <a:ln>
                  <a:noFill/>
                </a:ln>
                <a:solidFill>
                  <a:srgbClr val="FF5F2D"/>
                </a:solidFill>
                <a:effectLst/>
                <a:uLnTx/>
                <a:uFillTx/>
                <a:latin typeface="Poppins" panose="00000500000000000000" pitchFamily="2" charset="0"/>
                <a:ea typeface="+mn-ea"/>
                <a:cs typeface="Poppins" panose="00000500000000000000" pitchFamily="2" charset="0"/>
              </a:rPr>
              <a:t>Eval Criteria</a:t>
            </a:r>
          </a:p>
        </p:txBody>
      </p:sp>
    </p:spTree>
    <p:extLst>
      <p:ext uri="{BB962C8B-B14F-4D97-AF65-F5344CB8AC3E}">
        <p14:creationId xmlns:p14="http://schemas.microsoft.com/office/powerpoint/2010/main" val="27716685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DC5F-38DB-EE17-3AB1-6F23FEA2254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1380F4-28B7-42C1-B8A6-37A31E59017C}"/>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9C7A89E1-EDA6-CA3E-7788-56B3220F21EE}"/>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1795BC5E-C7DE-2B43-C99B-7C984AB91CC7}"/>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4151534A-079D-A034-C45D-38A2FFDFCFF4}"/>
              </a:ext>
            </a:extLst>
          </p:cNvPr>
          <p:cNvSpPr txBox="1"/>
          <p:nvPr/>
        </p:nvSpPr>
        <p:spPr>
          <a:xfrm>
            <a:off x="1009522" y="1435243"/>
            <a:ext cx="9342792" cy="5191757"/>
          </a:xfrm>
          <a:prstGeom prst="rect">
            <a:avLst/>
          </a:prstGeom>
          <a:noFill/>
        </p:spPr>
        <p:txBody>
          <a:bodyPr wrap="square" rtlCol="0">
            <a:normAutofit/>
          </a:bodyPr>
          <a:lstStyle/>
          <a:p>
            <a:pPr marL="514350" indent="-514350" algn="l">
              <a:spcAft>
                <a:spcPts val="900"/>
              </a:spcAft>
              <a:buFont typeface="+mj-lt"/>
              <a:buAutoNum type="arabicPeriod" startAt="9"/>
            </a:pPr>
            <a:r>
              <a:rPr lang="en-US" sz="2800" dirty="0">
                <a:latin typeface="Kollektif" panose="020B0604020101010102" pitchFamily="34" charset="77"/>
              </a:rPr>
              <a:t>Overlooking the importance of references &amp; past performance</a:t>
            </a:r>
          </a:p>
          <a:p>
            <a:pPr marL="971550" lvl="1" indent="-514350">
              <a:lnSpc>
                <a:spcPct val="150000"/>
              </a:lnSpc>
              <a:buFont typeface="Arial" panose="020B0604020202020204" pitchFamily="34" charset="0"/>
              <a:buChar char="•"/>
            </a:pPr>
            <a:r>
              <a:rPr lang="en-US" sz="2800" dirty="0">
                <a:latin typeface="Kollektif" panose="020B0604020101010102" pitchFamily="34" charset="77"/>
              </a:rPr>
              <a:t>Tailor appropriately </a:t>
            </a:r>
          </a:p>
          <a:p>
            <a:pPr marL="514350" indent="-514350">
              <a:lnSpc>
                <a:spcPct val="150000"/>
              </a:lnSpc>
              <a:buFont typeface="+mj-lt"/>
              <a:buAutoNum type="arabicPeriod" startAt="9"/>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9"/>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9"/>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3776069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DB51-EB75-FB68-9A43-85116E0D3F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25A508-4170-2FEF-6329-B1F9E57F0936}"/>
              </a:ext>
            </a:extLst>
          </p:cNvPr>
          <p:cNvPicPr>
            <a:picLocks noChangeAspect="1"/>
          </p:cNvPicPr>
          <p:nvPr/>
        </p:nvPicPr>
        <p:blipFill>
          <a:blip r:embed="rId3"/>
          <a:stretch>
            <a:fillRect/>
          </a:stretch>
        </p:blipFill>
        <p:spPr>
          <a:xfrm>
            <a:off x="0" y="0"/>
            <a:ext cx="12192000" cy="1267527"/>
          </a:xfrm>
          <a:prstGeom prst="rect">
            <a:avLst/>
          </a:prstGeom>
          <a:solidFill>
            <a:srgbClr val="FF5F2D"/>
          </a:solidFill>
        </p:spPr>
      </p:pic>
      <p:sp>
        <p:nvSpPr>
          <p:cNvPr id="27" name="TextBox 26">
            <a:extLst>
              <a:ext uri="{FF2B5EF4-FFF2-40B4-BE49-F238E27FC236}">
                <a16:creationId xmlns:a16="http://schemas.microsoft.com/office/drawing/2014/main" id="{B8FD8058-2D03-A1B7-1003-B127EBC074F9}"/>
              </a:ext>
            </a:extLst>
          </p:cNvPr>
          <p:cNvSpPr txBox="1"/>
          <p:nvPr/>
        </p:nvSpPr>
        <p:spPr>
          <a:xfrm>
            <a:off x="1009522" y="167716"/>
            <a:ext cx="2831224" cy="738664"/>
          </a:xfrm>
          <a:prstGeom prst="rect">
            <a:avLst/>
          </a:prstGeom>
          <a:noFill/>
        </p:spPr>
        <p:txBody>
          <a:bodyPr wrap="none" rtlCol="0">
            <a:spAutoFit/>
          </a:bodyPr>
          <a:lstStyle/>
          <a:p>
            <a:r>
              <a:rPr lang="en-US" sz="4200" dirty="0">
                <a:solidFill>
                  <a:srgbClr val="C0C0C0"/>
                </a:solidFill>
                <a:latin typeface="Bebas Neue" panose="020B0606020202050201" pitchFamily="34" charset="77"/>
              </a:rPr>
              <a:t>Best practices</a:t>
            </a:r>
          </a:p>
        </p:txBody>
      </p:sp>
      <p:pic>
        <p:nvPicPr>
          <p:cNvPr id="7" name="Picture 6" descr="A picture containing text&#10;&#10;Description automatically generated">
            <a:extLst>
              <a:ext uri="{FF2B5EF4-FFF2-40B4-BE49-F238E27FC236}">
                <a16:creationId xmlns:a16="http://schemas.microsoft.com/office/drawing/2014/main" id="{B887FF5E-888C-D7DB-4DCD-C8E66E3AB695}"/>
              </a:ext>
            </a:extLst>
          </p:cNvPr>
          <p:cNvPicPr>
            <a:picLocks noChangeAspect="1"/>
          </p:cNvPicPr>
          <p:nvPr/>
        </p:nvPicPr>
        <p:blipFill>
          <a:blip r:embed="rId4"/>
          <a:stretch>
            <a:fillRect/>
          </a:stretch>
        </p:blipFill>
        <p:spPr>
          <a:xfrm>
            <a:off x="11163898" y="5914526"/>
            <a:ext cx="713801" cy="717331"/>
          </a:xfrm>
          <a:prstGeom prst="rect">
            <a:avLst/>
          </a:prstGeom>
        </p:spPr>
      </p:pic>
      <p:sp>
        <p:nvSpPr>
          <p:cNvPr id="2" name="TextBox 1">
            <a:extLst>
              <a:ext uri="{FF2B5EF4-FFF2-40B4-BE49-F238E27FC236}">
                <a16:creationId xmlns:a16="http://schemas.microsoft.com/office/drawing/2014/main" id="{BDBF88AD-F9C4-CB50-1988-46B55567E9DD}"/>
              </a:ext>
            </a:extLst>
          </p:cNvPr>
          <p:cNvSpPr txBox="1"/>
          <p:nvPr/>
        </p:nvSpPr>
        <p:spPr>
          <a:xfrm>
            <a:off x="1009522" y="1435243"/>
            <a:ext cx="9342792" cy="5191757"/>
          </a:xfrm>
          <a:prstGeom prst="rect">
            <a:avLst/>
          </a:prstGeom>
          <a:noFill/>
        </p:spPr>
        <p:txBody>
          <a:bodyPr wrap="square" rtlCol="0">
            <a:normAutofit/>
          </a:bodyPr>
          <a:lstStyle/>
          <a:p>
            <a:pPr marL="514350" indent="-514350" algn="l">
              <a:spcAft>
                <a:spcPts val="900"/>
              </a:spcAft>
              <a:buFont typeface="+mj-lt"/>
              <a:buAutoNum type="arabicPeriod" startAt="10"/>
            </a:pPr>
            <a:r>
              <a:rPr lang="en-US" sz="2800" dirty="0">
                <a:latin typeface="Kollektif" panose="020B0604020101010102" pitchFamily="34" charset="77"/>
              </a:rPr>
              <a:t>Not incorporating a final objective review</a:t>
            </a:r>
          </a:p>
          <a:p>
            <a:pPr marL="971550" lvl="1" indent="-514350">
              <a:lnSpc>
                <a:spcPct val="150000"/>
              </a:lnSpc>
              <a:buFont typeface="Arial" panose="020B0604020202020204" pitchFamily="34" charset="0"/>
              <a:buChar char="•"/>
            </a:pPr>
            <a:r>
              <a:rPr lang="en-US" sz="2800" dirty="0">
                <a:solidFill>
                  <a:srgbClr val="444444"/>
                </a:solidFill>
                <a:latin typeface="Kollektif" panose="020B0604020101010102" pitchFamily="34" charset="77"/>
              </a:rPr>
              <a:t>Editorial</a:t>
            </a:r>
          </a:p>
          <a:p>
            <a:pPr marL="971550" lvl="1" indent="-514350">
              <a:lnSpc>
                <a:spcPct val="150000"/>
              </a:lnSpc>
              <a:buFont typeface="Arial" panose="020B0604020202020204" pitchFamily="34" charset="0"/>
              <a:buChar char="•"/>
            </a:pPr>
            <a:r>
              <a:rPr lang="en-US" sz="2800" dirty="0">
                <a:solidFill>
                  <a:srgbClr val="444444"/>
                </a:solidFill>
                <a:latin typeface="Kollektif" panose="020B0604020101010102" pitchFamily="34" charset="77"/>
              </a:rPr>
              <a:t>Strategic</a:t>
            </a:r>
          </a:p>
          <a:p>
            <a:pPr marL="514350" indent="-514350">
              <a:lnSpc>
                <a:spcPct val="150000"/>
              </a:lnSpc>
              <a:buFont typeface="+mj-lt"/>
              <a:buAutoNum type="arabicPeriod" startAt="10"/>
            </a:pPr>
            <a:endParaRPr lang="en-US" sz="2800" dirty="0">
              <a:solidFill>
                <a:srgbClr val="444444"/>
              </a:solidFill>
              <a:latin typeface="Kollektif" panose="020B0604020101010102" pitchFamily="34" charset="77"/>
            </a:endParaRPr>
          </a:p>
          <a:p>
            <a:pPr marL="514350" indent="-514350">
              <a:lnSpc>
                <a:spcPct val="150000"/>
              </a:lnSpc>
              <a:buFont typeface="+mj-lt"/>
              <a:buAutoNum type="arabicPeriod" startAt="10"/>
            </a:pPr>
            <a:endParaRPr lang="en-US" sz="2800" dirty="0">
              <a:solidFill>
                <a:srgbClr val="444444"/>
              </a:solidFill>
              <a:latin typeface="Kollektif" panose="020B0604020101010102" pitchFamily="34" charset="77"/>
            </a:endParaRPr>
          </a:p>
        </p:txBody>
      </p:sp>
    </p:spTree>
    <p:extLst>
      <p:ext uri="{BB962C8B-B14F-4D97-AF65-F5344CB8AC3E}">
        <p14:creationId xmlns:p14="http://schemas.microsoft.com/office/powerpoint/2010/main" val="1130855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6FE0-78B5-E139-388C-6B3FFB4DD29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BDBAF7-1376-D0C7-F3F4-20D643499978}"/>
              </a:ext>
            </a:extLst>
          </p:cNvPr>
          <p:cNvSpPr/>
          <p:nvPr/>
        </p:nvSpPr>
        <p:spPr>
          <a:xfrm>
            <a:off x="0" y="-16626"/>
            <a:ext cx="1219200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5C93FDA2-D701-2D16-2221-79BB6E0A3135}"/>
              </a:ext>
            </a:extLst>
          </p:cNvPr>
          <p:cNvSpPr txBox="1"/>
          <p:nvPr/>
        </p:nvSpPr>
        <p:spPr>
          <a:xfrm>
            <a:off x="532776" y="1418857"/>
            <a:ext cx="11435817" cy="1438855"/>
          </a:xfrm>
          <a:prstGeom prst="rect">
            <a:avLst/>
          </a:prstGeom>
          <a:noFill/>
        </p:spPr>
        <p:txBody>
          <a:bodyPr wrap="square" rtlCol="0">
            <a:spAutoFit/>
          </a:bodyPr>
          <a:lstStyle/>
          <a:p>
            <a:pPr marL="0" marR="0" lvl="0" indent="0" algn="l" defTabSz="914400" rtl="0" eaLnBrk="1" fontAlgn="auto" latinLnBrk="0" hangingPunct="1">
              <a:lnSpc>
                <a:spcPts val="10000"/>
              </a:lnSpc>
              <a:spcBef>
                <a:spcPts val="0"/>
              </a:spcBef>
              <a:spcAft>
                <a:spcPts val="0"/>
              </a:spcAft>
              <a:buClrTx/>
              <a:buSzTx/>
              <a:buFontTx/>
              <a:buNone/>
              <a:tabLst/>
              <a:defRPr/>
            </a:pPr>
            <a:r>
              <a:rPr kumimoji="0" lang="en-US" sz="10000" b="0" i="0" u="none" strike="noStrike" kern="1200" cap="none" spc="0" normalizeH="0" baseline="0" noProof="0" dirty="0">
                <a:ln>
                  <a:noFill/>
                </a:ln>
                <a:solidFill>
                  <a:prstClr val="white"/>
                </a:solidFill>
                <a:effectLst/>
                <a:uLnTx/>
                <a:uFillTx/>
                <a:latin typeface="Bebas Neue" panose="020B0606020202050201" pitchFamily="34" charset="77"/>
                <a:ea typeface="+mn-ea"/>
                <a:cs typeface="+mn-cs"/>
              </a:rPr>
              <a:t>Questions?</a:t>
            </a:r>
          </a:p>
        </p:txBody>
      </p:sp>
      <p:pic>
        <p:nvPicPr>
          <p:cNvPr id="9" name="Picture 8" descr="A picture containing text&#10;&#10;Description automatically generated">
            <a:extLst>
              <a:ext uri="{FF2B5EF4-FFF2-40B4-BE49-F238E27FC236}">
                <a16:creationId xmlns:a16="http://schemas.microsoft.com/office/drawing/2014/main" id="{B4F14A8C-4A9D-6279-C799-F38AD73FC3CF}"/>
              </a:ext>
            </a:extLst>
          </p:cNvPr>
          <p:cNvPicPr>
            <a:picLocks noChangeAspect="1"/>
          </p:cNvPicPr>
          <p:nvPr/>
        </p:nvPicPr>
        <p:blipFill>
          <a:blip r:embed="rId3"/>
          <a:stretch>
            <a:fillRect/>
          </a:stretch>
        </p:blipFill>
        <p:spPr>
          <a:xfrm>
            <a:off x="11121743" y="5872162"/>
            <a:ext cx="755956" cy="759695"/>
          </a:xfrm>
          <a:prstGeom prst="rect">
            <a:avLst/>
          </a:prstGeom>
        </p:spPr>
      </p:pic>
    </p:spTree>
    <p:extLst>
      <p:ext uri="{BB962C8B-B14F-4D97-AF65-F5344CB8AC3E}">
        <p14:creationId xmlns:p14="http://schemas.microsoft.com/office/powerpoint/2010/main" val="564959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440B"/>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C5F68A88-ABF7-7E40-8663-977DD6F9CE41}"/>
              </a:ext>
            </a:extLst>
          </p:cNvPr>
          <p:cNvSpPr txBox="1"/>
          <p:nvPr/>
        </p:nvSpPr>
        <p:spPr>
          <a:xfrm>
            <a:off x="1009523" y="2816636"/>
            <a:ext cx="5779146" cy="1015663"/>
          </a:xfrm>
          <a:prstGeom prst="rect">
            <a:avLst/>
          </a:prstGeom>
          <a:noFill/>
        </p:spPr>
        <p:txBody>
          <a:bodyPr wrap="none" rtlCol="0">
            <a:spAutoFit/>
          </a:bodyPr>
          <a:lstStyle/>
          <a:p>
            <a:r>
              <a:rPr lang="en-US" sz="6000" dirty="0">
                <a:solidFill>
                  <a:schemeClr val="bg1"/>
                </a:solidFill>
                <a:latin typeface="Bebas Neue" panose="020B0606020202050201" pitchFamily="34" charset="77"/>
              </a:rPr>
              <a:t>Do Better. Win More.</a:t>
            </a:r>
            <a:r>
              <a:rPr lang="en-US" sz="6000" baseline="30000" dirty="0">
                <a:solidFill>
                  <a:schemeClr val="bg1"/>
                </a:solidFill>
                <a:latin typeface="Slack-Lato"/>
              </a:rPr>
              <a:t>™</a:t>
            </a:r>
            <a:endParaRPr lang="en-US" sz="6000" baseline="30000" dirty="0">
              <a:solidFill>
                <a:schemeClr val="bg1"/>
              </a:solidFill>
              <a:latin typeface="Bebas Neue" panose="020B0606020202050201" pitchFamily="34" charset="77"/>
            </a:endParaRPr>
          </a:p>
        </p:txBody>
      </p:sp>
      <p:pic>
        <p:nvPicPr>
          <p:cNvPr id="4" name="Picture 3">
            <a:extLst>
              <a:ext uri="{FF2B5EF4-FFF2-40B4-BE49-F238E27FC236}">
                <a16:creationId xmlns:a16="http://schemas.microsoft.com/office/drawing/2014/main" id="{FAE2E5A9-4F94-9645-A708-2E7E33446F0D}"/>
              </a:ext>
            </a:extLst>
          </p:cNvPr>
          <p:cNvPicPr>
            <a:picLocks noChangeAspect="1"/>
          </p:cNvPicPr>
          <p:nvPr/>
        </p:nvPicPr>
        <p:blipFill>
          <a:blip r:embed="rId3"/>
          <a:stretch>
            <a:fillRect/>
          </a:stretch>
        </p:blipFill>
        <p:spPr>
          <a:xfrm>
            <a:off x="412377" y="5179718"/>
            <a:ext cx="1502230" cy="1342701"/>
          </a:xfrm>
          <a:prstGeom prst="rect">
            <a:avLst/>
          </a:prstGeom>
        </p:spPr>
      </p:pic>
    </p:spTree>
    <p:extLst>
      <p:ext uri="{BB962C8B-B14F-4D97-AF65-F5344CB8AC3E}">
        <p14:creationId xmlns:p14="http://schemas.microsoft.com/office/powerpoint/2010/main" val="657937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3E9FF52EB6D854AB561DEBF8EA02427" ma:contentTypeVersion="20" ma:contentTypeDescription="Create a new document." ma:contentTypeScope="" ma:versionID="a42c565863838fd872fd7b3bcc7600f4">
  <xsd:schema xmlns:xsd="http://www.w3.org/2001/XMLSchema" xmlns:xs="http://www.w3.org/2001/XMLSchema" xmlns:p="http://schemas.microsoft.com/office/2006/metadata/properties" xmlns:ns2="552914ee-e64f-4582-b9a1-99fdf20bc0e0" xmlns:ns3="b84bd6f0-b398-4376-98cb-965c75119255" targetNamespace="http://schemas.microsoft.com/office/2006/metadata/properties" ma:root="true" ma:fieldsID="a1a6d7c686ad1ad7370d533110bf0560" ns2:_="" ns3:_="">
    <xsd:import namespace="552914ee-e64f-4582-b9a1-99fdf20bc0e0"/>
    <xsd:import namespace="b84bd6f0-b398-4376-98cb-965c751192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LengthInSeconds" minOccurs="0"/>
                <xsd:element ref="ns3:MediaServiceDateTaken" minOccurs="0"/>
                <xsd:element ref="ns3:MediaServiceLocation" minOccurs="0"/>
                <xsd:element ref="ns3:Link" minOccurs="0"/>
                <xsd:element ref="ns3:MediaServiceSearchProperties" minOccurs="0"/>
                <xsd:element ref="ns3:FolderID" minOccurs="0"/>
                <xsd:element ref="ns3:Index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2914ee-e64f-4582-b9a1-99fdf20bc0e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6543f0e-33fc-4d99-bb33-9ab4fab2a159}" ma:internalName="TaxCatchAll" ma:showField="CatchAllData" ma:web="552914ee-e64f-4582-b9a1-99fdf20bc0e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84bd6f0-b398-4376-98cb-965c751192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fccae0a-b261-4970-ad9a-9d76fc0e4a8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Link" ma:index="22"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FolderID" ma:index="24" nillable="true" ma:displayName="Folder ID" ma:format="Dropdown" ma:indexed="true" ma:internalName="FolderID">
      <xsd:simpleType>
        <xsd:restriction base="dms:Text">
          <xsd:maxLength value="7"/>
        </xsd:restriction>
      </xsd:simpleType>
    </xsd:element>
    <xsd:element name="IndexNotes" ma:index="25" nillable="true" ma:displayName="Index Notes" ma:format="Dropdown" ma:internalName="IndexNotes">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52914ee-e64f-4582-b9a1-99fdf20bc0e0">
      <UserInfo>
        <DisplayName>Cheri Fisher</DisplayName>
        <AccountId>13</AccountId>
        <AccountType/>
      </UserInfo>
      <UserInfo>
        <DisplayName>LJ Seeger</DisplayName>
        <AccountId>27</AccountId>
        <AccountType/>
      </UserInfo>
      <UserInfo>
        <DisplayName>Ted Koval</DisplayName>
        <AccountId>228</AccountId>
        <AccountType/>
      </UserInfo>
      <UserInfo>
        <DisplayName>Julie Schulze</DisplayName>
        <AccountId>42</AccountId>
        <AccountType/>
      </UserInfo>
    </SharedWithUsers>
    <lcf76f155ced4ddcb4097134ff3c332f xmlns="b84bd6f0-b398-4376-98cb-965c75119255">
      <Terms xmlns="http://schemas.microsoft.com/office/infopath/2007/PartnerControls"/>
    </lcf76f155ced4ddcb4097134ff3c332f>
    <TaxCatchAll xmlns="552914ee-e64f-4582-b9a1-99fdf20bc0e0" xsi:nil="true"/>
    <Link xmlns="b84bd6f0-b398-4376-98cb-965c75119255">
      <Url xsi:nil="true"/>
      <Description xsi:nil="true"/>
    </Link>
    <FolderID xmlns="b84bd6f0-b398-4376-98cb-965c75119255" xsi:nil="true"/>
    <IndexNotes xmlns="b84bd6f0-b398-4376-98cb-965c75119255" xsi:nil="true"/>
  </documentManagement>
</p:properties>
</file>

<file path=customXml/itemProps1.xml><?xml version="1.0" encoding="utf-8"?>
<ds:datastoreItem xmlns:ds="http://schemas.openxmlformats.org/officeDocument/2006/customXml" ds:itemID="{B590389B-9817-4FFC-A47D-F59507DE0F2D}">
  <ds:schemaRefs>
    <ds:schemaRef ds:uri="http://schemas.microsoft.com/sharepoint/v3/contenttype/forms"/>
  </ds:schemaRefs>
</ds:datastoreItem>
</file>

<file path=customXml/itemProps2.xml><?xml version="1.0" encoding="utf-8"?>
<ds:datastoreItem xmlns:ds="http://schemas.openxmlformats.org/officeDocument/2006/customXml" ds:itemID="{6944D087-CE19-4D0A-ACA9-08BCDB29A1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2914ee-e64f-4582-b9a1-99fdf20bc0e0"/>
    <ds:schemaRef ds:uri="b84bd6f0-b398-4376-98cb-965c751192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6FCDBC4-234C-47C5-8FC0-363190E1B99E}">
  <ds:schemaRefs>
    <ds:schemaRef ds:uri="http://schemas.microsoft.com/office/2006/documentManagement/types"/>
    <ds:schemaRef ds:uri="5a677c28-ce41-43dc-9ce8-380a940f6307"/>
    <ds:schemaRef ds:uri="http://schemas.microsoft.com/office/2006/metadata/properties"/>
    <ds:schemaRef ds:uri="http://purl.org/dc/terms/"/>
    <ds:schemaRef ds:uri="http://purl.org/dc/elements/1.1/"/>
    <ds:schemaRef ds:uri="2d132c07-669b-477f-b4e3-c0a0d7510e21"/>
    <ds:schemaRef ds:uri="http://schemas.openxmlformats.org/package/2006/metadata/core-properties"/>
    <ds:schemaRef ds:uri="http://purl.org/dc/dcmitype/"/>
    <ds:schemaRef ds:uri="http://schemas.microsoft.com/office/infopath/2007/PartnerControls"/>
    <ds:schemaRef ds:uri="http://www.w3.org/XML/1998/namespace"/>
    <ds:schemaRef ds:uri="552914ee-e64f-4582-b9a1-99fdf20bc0e0"/>
    <ds:schemaRef ds:uri="b84bd6f0-b398-4376-98cb-965c75119255"/>
  </ds:schemaRefs>
</ds:datastoreItem>
</file>

<file path=docProps/app.xml><?xml version="1.0" encoding="utf-8"?>
<Properties xmlns="http://schemas.openxmlformats.org/officeDocument/2006/extended-properties" xmlns:vt="http://schemas.openxmlformats.org/officeDocument/2006/docPropsVTypes">
  <Template>Office Theme</Template>
  <TotalTime>7679</TotalTime>
  <Words>5203</Words>
  <Application>Microsoft Office PowerPoint</Application>
  <PresentationFormat>Widescreen</PresentationFormat>
  <Paragraphs>833</Paragraphs>
  <Slides>74</Slides>
  <Notes>74</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74</vt:i4>
      </vt:variant>
    </vt:vector>
  </HeadingPairs>
  <TitlesOfParts>
    <vt:vector size="94" baseType="lpstr">
      <vt:lpstr>Aptos</vt:lpstr>
      <vt:lpstr>Arial</vt:lpstr>
      <vt:lpstr>Bebas Neue</vt:lpstr>
      <vt:lpstr>Calibri</vt:lpstr>
      <vt:lpstr>Calibri Light</vt:lpstr>
      <vt:lpstr>DM Sans</vt:lpstr>
      <vt:lpstr>Kollektif</vt:lpstr>
      <vt:lpstr>Lato</vt:lpstr>
      <vt:lpstr>Montserrat</vt:lpstr>
      <vt:lpstr>Montserrat Medium</vt:lpstr>
      <vt:lpstr>open_sansregular</vt:lpstr>
      <vt:lpstr>Oswald Light</vt:lpstr>
      <vt:lpstr>Poppins</vt:lpstr>
      <vt:lpstr>Raleway</vt:lpstr>
      <vt:lpstr>Segoe UI</vt:lpstr>
      <vt:lpstr>Slack-Lato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Mischke</dc:creator>
  <cp:lastModifiedBy>Lisa Rehurek | The RFP Success Company</cp:lastModifiedBy>
  <cp:revision>11</cp:revision>
  <cp:lastPrinted>2022-07-19T20:49:55Z</cp:lastPrinted>
  <dcterms:created xsi:type="dcterms:W3CDTF">2021-09-30T02:41:00Z</dcterms:created>
  <dcterms:modified xsi:type="dcterms:W3CDTF">2025-03-18T19:18:38Z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0x010100A3E9FF52EB6D854AB561DEBF8EA02427</vt:lpwstr>
  </property>
  <property fmtid="{D5CDD505-2E9C-101B-9397-08002B2CF9AE}" pid="3" name="MediaServiceImageTags">
    <vt:lpwstr/>
  </property>
</Properties>
</file>